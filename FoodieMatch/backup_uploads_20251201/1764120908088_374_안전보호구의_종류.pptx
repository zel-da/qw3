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90" r:id="rId2"/>
    <p:sldMasterId id="2147483702" r:id="rId3"/>
    <p:sldMasterId id="2147483714" r:id="rId4"/>
    <p:sldMasterId id="2147483729" r:id="rId5"/>
  </p:sldMasterIdLst>
  <p:notesMasterIdLst>
    <p:notesMasterId r:id="rId38"/>
  </p:notesMasterIdLst>
  <p:sldIdLst>
    <p:sldId id="282" r:id="rId6"/>
    <p:sldId id="28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3" r:id="rId15"/>
    <p:sldId id="302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  <p:sldId id="323" r:id="rId36"/>
    <p:sldId id="326" r:id="rId37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8B10BD2-EFCD-41C6-8967-BA8BBA5F640E}">
          <p14:sldIdLst>
            <p14:sldId id="282"/>
            <p14:sldId id="284"/>
            <p14:sldId id="295"/>
            <p14:sldId id="296"/>
            <p14:sldId id="297"/>
            <p14:sldId id="298"/>
            <p14:sldId id="299"/>
            <p14:sldId id="300"/>
            <p14:sldId id="301"/>
            <p14:sldId id="303"/>
            <p14:sldId id="302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31" autoAdjust="0"/>
    <p:restoredTop sz="94660"/>
  </p:normalViewPr>
  <p:slideViewPr>
    <p:cSldViewPr snapToGrid="0">
      <p:cViewPr varScale="1">
        <p:scale>
          <a:sx n="57" d="100"/>
          <a:sy n="57" d="100"/>
        </p:scale>
        <p:origin x="12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40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png"/><Relationship Id="rId1" Type="http://schemas.openxmlformats.org/officeDocument/2006/relationships/image" Target="../media/image2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9E969A-9E6C-46BB-9CC9-554136B26E87}" type="datetimeFigureOut">
              <a:rPr lang="ko-KR" altLang="en-US" smtClean="0"/>
              <a:t>2022-02-21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83B8C-177D-4879-A386-1D09206864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881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35" y="2130529"/>
            <a:ext cx="7772331" cy="1469778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70" y="3886779"/>
            <a:ext cx="6400664" cy="17519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8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350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4707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504" y="4406456"/>
            <a:ext cx="7772333" cy="1361811"/>
          </a:xfrm>
          <a:prstGeom prst="rect">
            <a:avLst/>
          </a:prstGeo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504" y="2906445"/>
            <a:ext cx="7772333" cy="15000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15">
                <a:solidFill>
                  <a:schemeClr val="tx1">
                    <a:tint val="75000"/>
                  </a:schemeClr>
                </a:solidFill>
              </a:defRPr>
            </a:lvl1pPr>
            <a:lvl2pPr marL="41457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5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36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4pPr>
            <a:lvl5pPr marL="1658315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5pPr>
            <a:lvl6pPr marL="2072894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6pPr>
            <a:lvl7pPr marL="2487472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7pPr>
            <a:lvl8pPr marL="2902050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8pPr>
            <a:lvl9pPr marL="3316629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5601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678" y="274954"/>
            <a:ext cx="8228648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677" y="1600779"/>
            <a:ext cx="4048457" cy="4525935"/>
          </a:xfrm>
          <a:prstGeom prst="rect">
            <a:avLst/>
          </a:prstGeo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5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36510" y="1600779"/>
            <a:ext cx="4049816" cy="4525935"/>
          </a:xfrm>
          <a:prstGeom prst="rect">
            <a:avLst/>
          </a:prstGeo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5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183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678" y="274954"/>
            <a:ext cx="8228648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676" y="1534560"/>
            <a:ext cx="4040309" cy="64059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76" b="1"/>
            </a:lvl1pPr>
            <a:lvl2pPr marL="414579" indent="0">
              <a:buNone/>
              <a:defRPr sz="1815" b="1"/>
            </a:lvl2pPr>
            <a:lvl3pPr marL="829158" indent="0">
              <a:buNone/>
              <a:defRPr sz="1632" b="1"/>
            </a:lvl3pPr>
            <a:lvl4pPr marL="1243736" indent="0">
              <a:buNone/>
              <a:defRPr sz="1451" b="1"/>
            </a:lvl4pPr>
            <a:lvl5pPr marL="1658315" indent="0">
              <a:buNone/>
              <a:defRPr sz="1451" b="1"/>
            </a:lvl5pPr>
            <a:lvl6pPr marL="2072894" indent="0">
              <a:buNone/>
              <a:defRPr sz="1451" b="1"/>
            </a:lvl6pPr>
            <a:lvl7pPr marL="2487472" indent="0">
              <a:buNone/>
              <a:defRPr sz="1451" b="1"/>
            </a:lvl7pPr>
            <a:lvl8pPr marL="2902050" indent="0">
              <a:buNone/>
              <a:defRPr sz="1451" b="1"/>
            </a:lvl8pPr>
            <a:lvl9pPr marL="3316629" indent="0">
              <a:buNone/>
              <a:defRPr sz="1451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676" y="2175159"/>
            <a:ext cx="4040309" cy="3951555"/>
          </a:xfrm>
          <a:prstGeom prst="rect">
            <a:avLst/>
          </a:prstGeom>
        </p:spPr>
        <p:txBody>
          <a:bodyPr/>
          <a:lstStyle>
            <a:lvl1pPr>
              <a:defRPr sz="2176"/>
            </a:lvl1pPr>
            <a:lvl2pPr>
              <a:defRPr sz="1815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4659" y="1534560"/>
            <a:ext cx="4041667" cy="64059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76" b="1"/>
            </a:lvl1pPr>
            <a:lvl2pPr marL="414579" indent="0">
              <a:buNone/>
              <a:defRPr sz="1815" b="1"/>
            </a:lvl2pPr>
            <a:lvl3pPr marL="829158" indent="0">
              <a:buNone/>
              <a:defRPr sz="1632" b="1"/>
            </a:lvl3pPr>
            <a:lvl4pPr marL="1243736" indent="0">
              <a:buNone/>
              <a:defRPr sz="1451" b="1"/>
            </a:lvl4pPr>
            <a:lvl5pPr marL="1658315" indent="0">
              <a:buNone/>
              <a:defRPr sz="1451" b="1"/>
            </a:lvl5pPr>
            <a:lvl6pPr marL="2072894" indent="0">
              <a:buNone/>
              <a:defRPr sz="1451" b="1"/>
            </a:lvl6pPr>
            <a:lvl7pPr marL="2487472" indent="0">
              <a:buNone/>
              <a:defRPr sz="1451" b="1"/>
            </a:lvl7pPr>
            <a:lvl8pPr marL="2902050" indent="0">
              <a:buNone/>
              <a:defRPr sz="1451" b="1"/>
            </a:lvl8pPr>
            <a:lvl9pPr marL="3316629" indent="0">
              <a:buNone/>
              <a:defRPr sz="1451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4659" y="2175159"/>
            <a:ext cx="4041667" cy="3951555"/>
          </a:xfrm>
          <a:prstGeom prst="rect">
            <a:avLst/>
          </a:prstGeom>
        </p:spPr>
        <p:txBody>
          <a:bodyPr/>
          <a:lstStyle>
            <a:lvl1pPr>
              <a:defRPr sz="2176"/>
            </a:lvl1pPr>
            <a:lvl2pPr>
              <a:defRPr sz="1815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760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678" y="274954"/>
            <a:ext cx="8228648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127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345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677" y="273517"/>
            <a:ext cx="3008162" cy="1161715"/>
          </a:xfrm>
          <a:prstGeom prst="rect">
            <a:avLst/>
          </a:prstGeom>
        </p:spPr>
        <p:txBody>
          <a:bodyPr anchor="b"/>
          <a:lstStyle>
            <a:lvl1pPr algn="l">
              <a:defRPr sz="1815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4486" y="273515"/>
            <a:ext cx="5111840" cy="5853196"/>
          </a:xfrm>
          <a:prstGeom prst="rect">
            <a:avLst/>
          </a:prstGeom>
        </p:spPr>
        <p:txBody>
          <a:bodyPr/>
          <a:lstStyle>
            <a:lvl1pPr>
              <a:defRPr sz="2903"/>
            </a:lvl1pPr>
            <a:lvl2pPr>
              <a:defRPr sz="2539"/>
            </a:lvl2pPr>
            <a:lvl3pPr>
              <a:defRPr sz="2176"/>
            </a:lvl3pPr>
            <a:lvl4pPr>
              <a:defRPr sz="1815"/>
            </a:lvl4pPr>
            <a:lvl5pPr>
              <a:defRPr sz="1815"/>
            </a:lvl5pPr>
            <a:lvl6pPr>
              <a:defRPr sz="1815"/>
            </a:lvl6pPr>
            <a:lvl7pPr>
              <a:defRPr sz="1815"/>
            </a:lvl7pPr>
            <a:lvl8pPr>
              <a:defRPr sz="1815"/>
            </a:lvl8pPr>
            <a:lvl9pPr>
              <a:defRPr sz="181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677" y="1435228"/>
            <a:ext cx="3008162" cy="46914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71"/>
            </a:lvl1pPr>
            <a:lvl2pPr marL="414579" indent="0">
              <a:buNone/>
              <a:defRPr sz="1088"/>
            </a:lvl2pPr>
            <a:lvl3pPr marL="829158" indent="0">
              <a:buNone/>
              <a:defRPr sz="907"/>
            </a:lvl3pPr>
            <a:lvl4pPr marL="1243736" indent="0">
              <a:buNone/>
              <a:defRPr sz="816"/>
            </a:lvl4pPr>
            <a:lvl5pPr marL="1658315" indent="0">
              <a:buNone/>
              <a:defRPr sz="816"/>
            </a:lvl5pPr>
            <a:lvl6pPr marL="2072894" indent="0">
              <a:buNone/>
              <a:defRPr sz="816"/>
            </a:lvl6pPr>
            <a:lvl7pPr marL="2487472" indent="0">
              <a:buNone/>
              <a:defRPr sz="816"/>
            </a:lvl7pPr>
            <a:lvl8pPr marL="2902050" indent="0">
              <a:buNone/>
              <a:defRPr sz="816"/>
            </a:lvl8pPr>
            <a:lvl9pPr marL="3316629" indent="0">
              <a:buNone/>
              <a:defRPr sz="81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957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675" y="4800892"/>
            <a:ext cx="5486672" cy="565741"/>
          </a:xfrm>
          <a:prstGeom prst="rect">
            <a:avLst/>
          </a:prstGeom>
        </p:spPr>
        <p:txBody>
          <a:bodyPr anchor="b"/>
          <a:lstStyle>
            <a:lvl1pPr algn="l">
              <a:defRPr sz="1815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675" y="613247"/>
            <a:ext cx="5486672" cy="4114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03"/>
            </a:lvl1pPr>
            <a:lvl2pPr marL="414579" indent="0">
              <a:buNone/>
              <a:defRPr sz="2539"/>
            </a:lvl2pPr>
            <a:lvl3pPr marL="829158" indent="0">
              <a:buNone/>
              <a:defRPr sz="2176"/>
            </a:lvl3pPr>
            <a:lvl4pPr marL="1243736" indent="0">
              <a:buNone/>
              <a:defRPr sz="1815"/>
            </a:lvl4pPr>
            <a:lvl5pPr marL="1658315" indent="0">
              <a:buNone/>
              <a:defRPr sz="1815"/>
            </a:lvl5pPr>
            <a:lvl6pPr marL="2072894" indent="0">
              <a:buNone/>
              <a:defRPr sz="1815"/>
            </a:lvl6pPr>
            <a:lvl7pPr marL="2487472" indent="0">
              <a:buNone/>
              <a:defRPr sz="1815"/>
            </a:lvl7pPr>
            <a:lvl8pPr marL="2902050" indent="0">
              <a:buNone/>
              <a:defRPr sz="1815"/>
            </a:lvl8pPr>
            <a:lvl9pPr marL="3316629" indent="0">
              <a:buNone/>
              <a:defRPr sz="181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675" y="5366630"/>
            <a:ext cx="5486672" cy="8061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71"/>
            </a:lvl1pPr>
            <a:lvl2pPr marL="414579" indent="0">
              <a:buNone/>
              <a:defRPr sz="1088"/>
            </a:lvl2pPr>
            <a:lvl3pPr marL="829158" indent="0">
              <a:buNone/>
              <a:defRPr sz="907"/>
            </a:lvl3pPr>
            <a:lvl4pPr marL="1243736" indent="0">
              <a:buNone/>
              <a:defRPr sz="816"/>
            </a:lvl4pPr>
            <a:lvl5pPr marL="1658315" indent="0">
              <a:buNone/>
              <a:defRPr sz="816"/>
            </a:lvl5pPr>
            <a:lvl6pPr marL="2072894" indent="0">
              <a:buNone/>
              <a:defRPr sz="816"/>
            </a:lvl6pPr>
            <a:lvl7pPr marL="2487472" indent="0">
              <a:buNone/>
              <a:defRPr sz="816"/>
            </a:lvl7pPr>
            <a:lvl8pPr marL="2902050" indent="0">
              <a:buNone/>
              <a:defRPr sz="816"/>
            </a:lvl8pPr>
            <a:lvl9pPr marL="3316629" indent="0">
              <a:buNone/>
              <a:defRPr sz="81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475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678" y="274954"/>
            <a:ext cx="8228648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678" y="1600779"/>
            <a:ext cx="8228648" cy="452593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83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30182" y="274955"/>
            <a:ext cx="2056144" cy="5851756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677" y="274955"/>
            <a:ext cx="6042128" cy="585175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12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35" y="2130529"/>
            <a:ext cx="7772331" cy="1469778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70" y="3886779"/>
            <a:ext cx="6400664" cy="17519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8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884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8007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504" y="4406456"/>
            <a:ext cx="7772333" cy="1361811"/>
          </a:xfrm>
          <a:prstGeom prst="rect">
            <a:avLst/>
          </a:prstGeo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504" y="2906445"/>
            <a:ext cx="7772333" cy="15000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15">
                <a:solidFill>
                  <a:schemeClr val="tx1">
                    <a:tint val="75000"/>
                  </a:schemeClr>
                </a:solidFill>
              </a:defRPr>
            </a:lvl1pPr>
            <a:lvl2pPr marL="41457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5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36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4pPr>
            <a:lvl5pPr marL="1658315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5pPr>
            <a:lvl6pPr marL="2072894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6pPr>
            <a:lvl7pPr marL="2487472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7pPr>
            <a:lvl8pPr marL="2902050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8pPr>
            <a:lvl9pPr marL="3316629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1386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678" y="274954"/>
            <a:ext cx="8228648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677" y="1600779"/>
            <a:ext cx="4048457" cy="4525935"/>
          </a:xfrm>
          <a:prstGeom prst="rect">
            <a:avLst/>
          </a:prstGeo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5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36510" y="1600779"/>
            <a:ext cx="4049816" cy="4525935"/>
          </a:xfrm>
          <a:prstGeom prst="rect">
            <a:avLst/>
          </a:prstGeo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5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424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678" y="274954"/>
            <a:ext cx="8228648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676" y="1534560"/>
            <a:ext cx="4040309" cy="64059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76" b="1"/>
            </a:lvl1pPr>
            <a:lvl2pPr marL="414579" indent="0">
              <a:buNone/>
              <a:defRPr sz="1815" b="1"/>
            </a:lvl2pPr>
            <a:lvl3pPr marL="829158" indent="0">
              <a:buNone/>
              <a:defRPr sz="1632" b="1"/>
            </a:lvl3pPr>
            <a:lvl4pPr marL="1243736" indent="0">
              <a:buNone/>
              <a:defRPr sz="1451" b="1"/>
            </a:lvl4pPr>
            <a:lvl5pPr marL="1658315" indent="0">
              <a:buNone/>
              <a:defRPr sz="1451" b="1"/>
            </a:lvl5pPr>
            <a:lvl6pPr marL="2072894" indent="0">
              <a:buNone/>
              <a:defRPr sz="1451" b="1"/>
            </a:lvl6pPr>
            <a:lvl7pPr marL="2487472" indent="0">
              <a:buNone/>
              <a:defRPr sz="1451" b="1"/>
            </a:lvl7pPr>
            <a:lvl8pPr marL="2902050" indent="0">
              <a:buNone/>
              <a:defRPr sz="1451" b="1"/>
            </a:lvl8pPr>
            <a:lvl9pPr marL="3316629" indent="0">
              <a:buNone/>
              <a:defRPr sz="1451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676" y="2175159"/>
            <a:ext cx="4040309" cy="3951555"/>
          </a:xfrm>
          <a:prstGeom prst="rect">
            <a:avLst/>
          </a:prstGeom>
        </p:spPr>
        <p:txBody>
          <a:bodyPr/>
          <a:lstStyle>
            <a:lvl1pPr>
              <a:defRPr sz="2176"/>
            </a:lvl1pPr>
            <a:lvl2pPr>
              <a:defRPr sz="1815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4659" y="1534560"/>
            <a:ext cx="4041667" cy="64059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76" b="1"/>
            </a:lvl1pPr>
            <a:lvl2pPr marL="414579" indent="0">
              <a:buNone/>
              <a:defRPr sz="1815" b="1"/>
            </a:lvl2pPr>
            <a:lvl3pPr marL="829158" indent="0">
              <a:buNone/>
              <a:defRPr sz="1632" b="1"/>
            </a:lvl3pPr>
            <a:lvl4pPr marL="1243736" indent="0">
              <a:buNone/>
              <a:defRPr sz="1451" b="1"/>
            </a:lvl4pPr>
            <a:lvl5pPr marL="1658315" indent="0">
              <a:buNone/>
              <a:defRPr sz="1451" b="1"/>
            </a:lvl5pPr>
            <a:lvl6pPr marL="2072894" indent="0">
              <a:buNone/>
              <a:defRPr sz="1451" b="1"/>
            </a:lvl6pPr>
            <a:lvl7pPr marL="2487472" indent="0">
              <a:buNone/>
              <a:defRPr sz="1451" b="1"/>
            </a:lvl7pPr>
            <a:lvl8pPr marL="2902050" indent="0">
              <a:buNone/>
              <a:defRPr sz="1451" b="1"/>
            </a:lvl8pPr>
            <a:lvl9pPr marL="3316629" indent="0">
              <a:buNone/>
              <a:defRPr sz="1451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4659" y="2175159"/>
            <a:ext cx="4041667" cy="3951555"/>
          </a:xfrm>
          <a:prstGeom prst="rect">
            <a:avLst/>
          </a:prstGeom>
        </p:spPr>
        <p:txBody>
          <a:bodyPr/>
          <a:lstStyle>
            <a:lvl1pPr>
              <a:defRPr sz="2176"/>
            </a:lvl1pPr>
            <a:lvl2pPr>
              <a:defRPr sz="1815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3900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678" y="274954"/>
            <a:ext cx="8228648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2711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1231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677" y="273517"/>
            <a:ext cx="3008162" cy="1161715"/>
          </a:xfrm>
          <a:prstGeom prst="rect">
            <a:avLst/>
          </a:prstGeom>
        </p:spPr>
        <p:txBody>
          <a:bodyPr anchor="b"/>
          <a:lstStyle>
            <a:lvl1pPr algn="l">
              <a:defRPr sz="1815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4486" y="273515"/>
            <a:ext cx="5111840" cy="5853196"/>
          </a:xfrm>
          <a:prstGeom prst="rect">
            <a:avLst/>
          </a:prstGeom>
        </p:spPr>
        <p:txBody>
          <a:bodyPr/>
          <a:lstStyle>
            <a:lvl1pPr>
              <a:defRPr sz="2903"/>
            </a:lvl1pPr>
            <a:lvl2pPr>
              <a:defRPr sz="2539"/>
            </a:lvl2pPr>
            <a:lvl3pPr>
              <a:defRPr sz="2176"/>
            </a:lvl3pPr>
            <a:lvl4pPr>
              <a:defRPr sz="1815"/>
            </a:lvl4pPr>
            <a:lvl5pPr>
              <a:defRPr sz="1815"/>
            </a:lvl5pPr>
            <a:lvl6pPr>
              <a:defRPr sz="1815"/>
            </a:lvl6pPr>
            <a:lvl7pPr>
              <a:defRPr sz="1815"/>
            </a:lvl7pPr>
            <a:lvl8pPr>
              <a:defRPr sz="1815"/>
            </a:lvl8pPr>
            <a:lvl9pPr>
              <a:defRPr sz="181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677" y="1435228"/>
            <a:ext cx="3008162" cy="46914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71"/>
            </a:lvl1pPr>
            <a:lvl2pPr marL="414579" indent="0">
              <a:buNone/>
              <a:defRPr sz="1088"/>
            </a:lvl2pPr>
            <a:lvl3pPr marL="829158" indent="0">
              <a:buNone/>
              <a:defRPr sz="907"/>
            </a:lvl3pPr>
            <a:lvl4pPr marL="1243736" indent="0">
              <a:buNone/>
              <a:defRPr sz="816"/>
            </a:lvl4pPr>
            <a:lvl5pPr marL="1658315" indent="0">
              <a:buNone/>
              <a:defRPr sz="816"/>
            </a:lvl5pPr>
            <a:lvl6pPr marL="2072894" indent="0">
              <a:buNone/>
              <a:defRPr sz="816"/>
            </a:lvl6pPr>
            <a:lvl7pPr marL="2487472" indent="0">
              <a:buNone/>
              <a:defRPr sz="816"/>
            </a:lvl7pPr>
            <a:lvl8pPr marL="2902050" indent="0">
              <a:buNone/>
              <a:defRPr sz="816"/>
            </a:lvl8pPr>
            <a:lvl9pPr marL="3316629" indent="0">
              <a:buNone/>
              <a:defRPr sz="81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998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675" y="4800892"/>
            <a:ext cx="5486672" cy="565741"/>
          </a:xfrm>
          <a:prstGeom prst="rect">
            <a:avLst/>
          </a:prstGeom>
        </p:spPr>
        <p:txBody>
          <a:bodyPr anchor="b"/>
          <a:lstStyle>
            <a:lvl1pPr algn="l">
              <a:defRPr sz="1815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675" y="613247"/>
            <a:ext cx="5486672" cy="4114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03"/>
            </a:lvl1pPr>
            <a:lvl2pPr marL="414579" indent="0">
              <a:buNone/>
              <a:defRPr sz="2539"/>
            </a:lvl2pPr>
            <a:lvl3pPr marL="829158" indent="0">
              <a:buNone/>
              <a:defRPr sz="2176"/>
            </a:lvl3pPr>
            <a:lvl4pPr marL="1243736" indent="0">
              <a:buNone/>
              <a:defRPr sz="1815"/>
            </a:lvl4pPr>
            <a:lvl5pPr marL="1658315" indent="0">
              <a:buNone/>
              <a:defRPr sz="1815"/>
            </a:lvl5pPr>
            <a:lvl6pPr marL="2072894" indent="0">
              <a:buNone/>
              <a:defRPr sz="1815"/>
            </a:lvl6pPr>
            <a:lvl7pPr marL="2487472" indent="0">
              <a:buNone/>
              <a:defRPr sz="1815"/>
            </a:lvl7pPr>
            <a:lvl8pPr marL="2902050" indent="0">
              <a:buNone/>
              <a:defRPr sz="1815"/>
            </a:lvl8pPr>
            <a:lvl9pPr marL="3316629" indent="0">
              <a:buNone/>
              <a:defRPr sz="181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675" y="5366630"/>
            <a:ext cx="5486672" cy="8061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71"/>
            </a:lvl1pPr>
            <a:lvl2pPr marL="414579" indent="0">
              <a:buNone/>
              <a:defRPr sz="1088"/>
            </a:lvl2pPr>
            <a:lvl3pPr marL="829158" indent="0">
              <a:buNone/>
              <a:defRPr sz="907"/>
            </a:lvl3pPr>
            <a:lvl4pPr marL="1243736" indent="0">
              <a:buNone/>
              <a:defRPr sz="816"/>
            </a:lvl4pPr>
            <a:lvl5pPr marL="1658315" indent="0">
              <a:buNone/>
              <a:defRPr sz="816"/>
            </a:lvl5pPr>
            <a:lvl6pPr marL="2072894" indent="0">
              <a:buNone/>
              <a:defRPr sz="816"/>
            </a:lvl6pPr>
            <a:lvl7pPr marL="2487472" indent="0">
              <a:buNone/>
              <a:defRPr sz="816"/>
            </a:lvl7pPr>
            <a:lvl8pPr marL="2902050" indent="0">
              <a:buNone/>
              <a:defRPr sz="816"/>
            </a:lvl8pPr>
            <a:lvl9pPr marL="3316629" indent="0">
              <a:buNone/>
              <a:defRPr sz="81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749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678" y="274954"/>
            <a:ext cx="8228648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678" y="1600779"/>
            <a:ext cx="8228648" cy="452593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788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30182" y="274955"/>
            <a:ext cx="2056144" cy="5851756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677" y="274955"/>
            <a:ext cx="6042128" cy="585175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3750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35" y="2130529"/>
            <a:ext cx="7772331" cy="1469778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70" y="3886779"/>
            <a:ext cx="6400664" cy="17519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8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415D54FA-0273-4245-B16F-7C075655F07D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B400AD7F-B22E-412C-A5C3-89FB352C5FA0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2576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678" y="274954"/>
            <a:ext cx="8228648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678" y="1600779"/>
            <a:ext cx="8228648" cy="45259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415D54FA-0273-4245-B16F-7C075655F07D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B400AD7F-B22E-412C-A5C3-89FB352C5FA0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042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504" y="4406456"/>
            <a:ext cx="7772333" cy="1361811"/>
          </a:xfrm>
          <a:prstGeom prst="rect">
            <a:avLst/>
          </a:prstGeo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504" y="2906445"/>
            <a:ext cx="7772333" cy="15000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15">
                <a:solidFill>
                  <a:schemeClr val="tx1">
                    <a:tint val="75000"/>
                  </a:schemeClr>
                </a:solidFill>
              </a:defRPr>
            </a:lvl1pPr>
            <a:lvl2pPr marL="41457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5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36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4pPr>
            <a:lvl5pPr marL="1658315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5pPr>
            <a:lvl6pPr marL="2072894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6pPr>
            <a:lvl7pPr marL="2487472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7pPr>
            <a:lvl8pPr marL="2902050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8pPr>
            <a:lvl9pPr marL="3316629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415D54FA-0273-4245-B16F-7C075655F07D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B400AD7F-B22E-412C-A5C3-89FB352C5FA0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3479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678" y="274954"/>
            <a:ext cx="8228648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677" y="1600779"/>
            <a:ext cx="4048457" cy="4525935"/>
          </a:xfrm>
          <a:prstGeom prst="rect">
            <a:avLst/>
          </a:prstGeo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5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36510" y="1600779"/>
            <a:ext cx="4049816" cy="4525935"/>
          </a:xfrm>
          <a:prstGeom prst="rect">
            <a:avLst/>
          </a:prstGeo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5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415D54FA-0273-4245-B16F-7C075655F07D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B400AD7F-B22E-412C-A5C3-89FB352C5FA0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323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678" y="274954"/>
            <a:ext cx="8228648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676" y="1534560"/>
            <a:ext cx="4040309" cy="64059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76" b="1"/>
            </a:lvl1pPr>
            <a:lvl2pPr marL="414579" indent="0">
              <a:buNone/>
              <a:defRPr sz="1815" b="1"/>
            </a:lvl2pPr>
            <a:lvl3pPr marL="829158" indent="0">
              <a:buNone/>
              <a:defRPr sz="1632" b="1"/>
            </a:lvl3pPr>
            <a:lvl4pPr marL="1243736" indent="0">
              <a:buNone/>
              <a:defRPr sz="1451" b="1"/>
            </a:lvl4pPr>
            <a:lvl5pPr marL="1658315" indent="0">
              <a:buNone/>
              <a:defRPr sz="1451" b="1"/>
            </a:lvl5pPr>
            <a:lvl6pPr marL="2072894" indent="0">
              <a:buNone/>
              <a:defRPr sz="1451" b="1"/>
            </a:lvl6pPr>
            <a:lvl7pPr marL="2487472" indent="0">
              <a:buNone/>
              <a:defRPr sz="1451" b="1"/>
            </a:lvl7pPr>
            <a:lvl8pPr marL="2902050" indent="0">
              <a:buNone/>
              <a:defRPr sz="1451" b="1"/>
            </a:lvl8pPr>
            <a:lvl9pPr marL="3316629" indent="0">
              <a:buNone/>
              <a:defRPr sz="1451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676" y="2175159"/>
            <a:ext cx="4040309" cy="3951555"/>
          </a:xfrm>
          <a:prstGeom prst="rect">
            <a:avLst/>
          </a:prstGeom>
        </p:spPr>
        <p:txBody>
          <a:bodyPr/>
          <a:lstStyle>
            <a:lvl1pPr>
              <a:defRPr sz="2176"/>
            </a:lvl1pPr>
            <a:lvl2pPr>
              <a:defRPr sz="1815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4659" y="1534560"/>
            <a:ext cx="4041667" cy="64059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76" b="1"/>
            </a:lvl1pPr>
            <a:lvl2pPr marL="414579" indent="0">
              <a:buNone/>
              <a:defRPr sz="1815" b="1"/>
            </a:lvl2pPr>
            <a:lvl3pPr marL="829158" indent="0">
              <a:buNone/>
              <a:defRPr sz="1632" b="1"/>
            </a:lvl3pPr>
            <a:lvl4pPr marL="1243736" indent="0">
              <a:buNone/>
              <a:defRPr sz="1451" b="1"/>
            </a:lvl4pPr>
            <a:lvl5pPr marL="1658315" indent="0">
              <a:buNone/>
              <a:defRPr sz="1451" b="1"/>
            </a:lvl5pPr>
            <a:lvl6pPr marL="2072894" indent="0">
              <a:buNone/>
              <a:defRPr sz="1451" b="1"/>
            </a:lvl6pPr>
            <a:lvl7pPr marL="2487472" indent="0">
              <a:buNone/>
              <a:defRPr sz="1451" b="1"/>
            </a:lvl7pPr>
            <a:lvl8pPr marL="2902050" indent="0">
              <a:buNone/>
              <a:defRPr sz="1451" b="1"/>
            </a:lvl8pPr>
            <a:lvl9pPr marL="3316629" indent="0">
              <a:buNone/>
              <a:defRPr sz="1451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4659" y="2175159"/>
            <a:ext cx="4041667" cy="3951555"/>
          </a:xfrm>
          <a:prstGeom prst="rect">
            <a:avLst/>
          </a:prstGeom>
        </p:spPr>
        <p:txBody>
          <a:bodyPr/>
          <a:lstStyle>
            <a:lvl1pPr>
              <a:defRPr sz="2176"/>
            </a:lvl1pPr>
            <a:lvl2pPr>
              <a:defRPr sz="1815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415D54FA-0273-4245-B16F-7C075655F07D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B400AD7F-B22E-412C-A5C3-89FB352C5FA0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3412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678" y="274954"/>
            <a:ext cx="8228648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415D54FA-0273-4245-B16F-7C075655F07D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B400AD7F-B22E-412C-A5C3-89FB352C5FA0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4850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415D54FA-0273-4245-B16F-7C075655F07D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B400AD7F-B22E-412C-A5C3-89FB352C5FA0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0139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677" y="273517"/>
            <a:ext cx="3008162" cy="1161715"/>
          </a:xfrm>
          <a:prstGeom prst="rect">
            <a:avLst/>
          </a:prstGeom>
        </p:spPr>
        <p:txBody>
          <a:bodyPr anchor="b"/>
          <a:lstStyle>
            <a:lvl1pPr algn="l">
              <a:defRPr sz="1815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4486" y="273515"/>
            <a:ext cx="5111840" cy="5853196"/>
          </a:xfrm>
          <a:prstGeom prst="rect">
            <a:avLst/>
          </a:prstGeom>
        </p:spPr>
        <p:txBody>
          <a:bodyPr/>
          <a:lstStyle>
            <a:lvl1pPr>
              <a:defRPr sz="2903"/>
            </a:lvl1pPr>
            <a:lvl2pPr>
              <a:defRPr sz="2539"/>
            </a:lvl2pPr>
            <a:lvl3pPr>
              <a:defRPr sz="2176"/>
            </a:lvl3pPr>
            <a:lvl4pPr>
              <a:defRPr sz="1815"/>
            </a:lvl4pPr>
            <a:lvl5pPr>
              <a:defRPr sz="1815"/>
            </a:lvl5pPr>
            <a:lvl6pPr>
              <a:defRPr sz="1815"/>
            </a:lvl6pPr>
            <a:lvl7pPr>
              <a:defRPr sz="1815"/>
            </a:lvl7pPr>
            <a:lvl8pPr>
              <a:defRPr sz="1815"/>
            </a:lvl8pPr>
            <a:lvl9pPr>
              <a:defRPr sz="181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677" y="1435228"/>
            <a:ext cx="3008162" cy="46914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71"/>
            </a:lvl1pPr>
            <a:lvl2pPr marL="414579" indent="0">
              <a:buNone/>
              <a:defRPr sz="1088"/>
            </a:lvl2pPr>
            <a:lvl3pPr marL="829158" indent="0">
              <a:buNone/>
              <a:defRPr sz="907"/>
            </a:lvl3pPr>
            <a:lvl4pPr marL="1243736" indent="0">
              <a:buNone/>
              <a:defRPr sz="816"/>
            </a:lvl4pPr>
            <a:lvl5pPr marL="1658315" indent="0">
              <a:buNone/>
              <a:defRPr sz="816"/>
            </a:lvl5pPr>
            <a:lvl6pPr marL="2072894" indent="0">
              <a:buNone/>
              <a:defRPr sz="816"/>
            </a:lvl6pPr>
            <a:lvl7pPr marL="2487472" indent="0">
              <a:buNone/>
              <a:defRPr sz="816"/>
            </a:lvl7pPr>
            <a:lvl8pPr marL="2902050" indent="0">
              <a:buNone/>
              <a:defRPr sz="816"/>
            </a:lvl8pPr>
            <a:lvl9pPr marL="3316629" indent="0">
              <a:buNone/>
              <a:defRPr sz="81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415D54FA-0273-4245-B16F-7C075655F07D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B400AD7F-B22E-412C-A5C3-89FB352C5FA0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4577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675" y="4800892"/>
            <a:ext cx="5486672" cy="565741"/>
          </a:xfrm>
          <a:prstGeom prst="rect">
            <a:avLst/>
          </a:prstGeom>
        </p:spPr>
        <p:txBody>
          <a:bodyPr anchor="b"/>
          <a:lstStyle>
            <a:lvl1pPr algn="l">
              <a:defRPr sz="1815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675" y="613247"/>
            <a:ext cx="5486672" cy="4114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03"/>
            </a:lvl1pPr>
            <a:lvl2pPr marL="414579" indent="0">
              <a:buNone/>
              <a:defRPr sz="2539"/>
            </a:lvl2pPr>
            <a:lvl3pPr marL="829158" indent="0">
              <a:buNone/>
              <a:defRPr sz="2176"/>
            </a:lvl3pPr>
            <a:lvl4pPr marL="1243736" indent="0">
              <a:buNone/>
              <a:defRPr sz="1815"/>
            </a:lvl4pPr>
            <a:lvl5pPr marL="1658315" indent="0">
              <a:buNone/>
              <a:defRPr sz="1815"/>
            </a:lvl5pPr>
            <a:lvl6pPr marL="2072894" indent="0">
              <a:buNone/>
              <a:defRPr sz="1815"/>
            </a:lvl6pPr>
            <a:lvl7pPr marL="2487472" indent="0">
              <a:buNone/>
              <a:defRPr sz="1815"/>
            </a:lvl7pPr>
            <a:lvl8pPr marL="2902050" indent="0">
              <a:buNone/>
              <a:defRPr sz="1815"/>
            </a:lvl8pPr>
            <a:lvl9pPr marL="3316629" indent="0">
              <a:buNone/>
              <a:defRPr sz="181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675" y="5366630"/>
            <a:ext cx="5486672" cy="8061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71"/>
            </a:lvl1pPr>
            <a:lvl2pPr marL="414579" indent="0">
              <a:buNone/>
              <a:defRPr sz="1088"/>
            </a:lvl2pPr>
            <a:lvl3pPr marL="829158" indent="0">
              <a:buNone/>
              <a:defRPr sz="907"/>
            </a:lvl3pPr>
            <a:lvl4pPr marL="1243736" indent="0">
              <a:buNone/>
              <a:defRPr sz="816"/>
            </a:lvl4pPr>
            <a:lvl5pPr marL="1658315" indent="0">
              <a:buNone/>
              <a:defRPr sz="816"/>
            </a:lvl5pPr>
            <a:lvl6pPr marL="2072894" indent="0">
              <a:buNone/>
              <a:defRPr sz="816"/>
            </a:lvl6pPr>
            <a:lvl7pPr marL="2487472" indent="0">
              <a:buNone/>
              <a:defRPr sz="816"/>
            </a:lvl7pPr>
            <a:lvl8pPr marL="2902050" indent="0">
              <a:buNone/>
              <a:defRPr sz="816"/>
            </a:lvl8pPr>
            <a:lvl9pPr marL="3316629" indent="0">
              <a:buNone/>
              <a:defRPr sz="81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415D54FA-0273-4245-B16F-7C075655F07D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B400AD7F-B22E-412C-A5C3-89FB352C5FA0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0745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678" y="274954"/>
            <a:ext cx="8228648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678" y="1600779"/>
            <a:ext cx="8228648" cy="452593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415D54FA-0273-4245-B16F-7C075655F07D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B400AD7F-B22E-412C-A5C3-89FB352C5FA0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6333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30182" y="274955"/>
            <a:ext cx="2056144" cy="5851756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677" y="274955"/>
            <a:ext cx="6042128" cy="585175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415D54FA-0273-4245-B16F-7C075655F07D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B400AD7F-B22E-412C-A5C3-89FB352C5FA0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6084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35" y="2130529"/>
            <a:ext cx="7772331" cy="1469778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70" y="3886779"/>
            <a:ext cx="6400664" cy="17519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8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80003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7403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504" y="4406456"/>
            <a:ext cx="7772333" cy="1361811"/>
          </a:xfrm>
          <a:prstGeom prst="rect">
            <a:avLst/>
          </a:prstGeo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504" y="2906445"/>
            <a:ext cx="7772333" cy="15000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15">
                <a:solidFill>
                  <a:schemeClr val="tx1">
                    <a:tint val="75000"/>
                  </a:schemeClr>
                </a:solidFill>
              </a:defRPr>
            </a:lvl1pPr>
            <a:lvl2pPr marL="41457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5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36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4pPr>
            <a:lvl5pPr marL="1658315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5pPr>
            <a:lvl6pPr marL="2072894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6pPr>
            <a:lvl7pPr marL="2487472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7pPr>
            <a:lvl8pPr marL="2902050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8pPr>
            <a:lvl9pPr marL="3316629" indent="0">
              <a:buNone/>
              <a:defRPr sz="12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8948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678" y="274954"/>
            <a:ext cx="8228648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677" y="1600779"/>
            <a:ext cx="4048457" cy="4525935"/>
          </a:xfrm>
          <a:prstGeom prst="rect">
            <a:avLst/>
          </a:prstGeo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5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36510" y="1600779"/>
            <a:ext cx="4049816" cy="4525935"/>
          </a:xfrm>
          <a:prstGeom prst="rect">
            <a:avLst/>
          </a:prstGeo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5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0546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678" y="274954"/>
            <a:ext cx="8228648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676" y="1534560"/>
            <a:ext cx="4040309" cy="64059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76" b="1"/>
            </a:lvl1pPr>
            <a:lvl2pPr marL="414579" indent="0">
              <a:buNone/>
              <a:defRPr sz="1815" b="1"/>
            </a:lvl2pPr>
            <a:lvl3pPr marL="829158" indent="0">
              <a:buNone/>
              <a:defRPr sz="1632" b="1"/>
            </a:lvl3pPr>
            <a:lvl4pPr marL="1243736" indent="0">
              <a:buNone/>
              <a:defRPr sz="1451" b="1"/>
            </a:lvl4pPr>
            <a:lvl5pPr marL="1658315" indent="0">
              <a:buNone/>
              <a:defRPr sz="1451" b="1"/>
            </a:lvl5pPr>
            <a:lvl6pPr marL="2072894" indent="0">
              <a:buNone/>
              <a:defRPr sz="1451" b="1"/>
            </a:lvl6pPr>
            <a:lvl7pPr marL="2487472" indent="0">
              <a:buNone/>
              <a:defRPr sz="1451" b="1"/>
            </a:lvl7pPr>
            <a:lvl8pPr marL="2902050" indent="0">
              <a:buNone/>
              <a:defRPr sz="1451" b="1"/>
            </a:lvl8pPr>
            <a:lvl9pPr marL="3316629" indent="0">
              <a:buNone/>
              <a:defRPr sz="1451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676" y="2175159"/>
            <a:ext cx="4040309" cy="3951555"/>
          </a:xfrm>
          <a:prstGeom prst="rect">
            <a:avLst/>
          </a:prstGeom>
        </p:spPr>
        <p:txBody>
          <a:bodyPr/>
          <a:lstStyle>
            <a:lvl1pPr>
              <a:defRPr sz="2176"/>
            </a:lvl1pPr>
            <a:lvl2pPr>
              <a:defRPr sz="1815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4659" y="1534560"/>
            <a:ext cx="4041667" cy="64059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76" b="1"/>
            </a:lvl1pPr>
            <a:lvl2pPr marL="414579" indent="0">
              <a:buNone/>
              <a:defRPr sz="1815" b="1"/>
            </a:lvl2pPr>
            <a:lvl3pPr marL="829158" indent="0">
              <a:buNone/>
              <a:defRPr sz="1632" b="1"/>
            </a:lvl3pPr>
            <a:lvl4pPr marL="1243736" indent="0">
              <a:buNone/>
              <a:defRPr sz="1451" b="1"/>
            </a:lvl4pPr>
            <a:lvl5pPr marL="1658315" indent="0">
              <a:buNone/>
              <a:defRPr sz="1451" b="1"/>
            </a:lvl5pPr>
            <a:lvl6pPr marL="2072894" indent="0">
              <a:buNone/>
              <a:defRPr sz="1451" b="1"/>
            </a:lvl6pPr>
            <a:lvl7pPr marL="2487472" indent="0">
              <a:buNone/>
              <a:defRPr sz="1451" b="1"/>
            </a:lvl7pPr>
            <a:lvl8pPr marL="2902050" indent="0">
              <a:buNone/>
              <a:defRPr sz="1451" b="1"/>
            </a:lvl8pPr>
            <a:lvl9pPr marL="3316629" indent="0">
              <a:buNone/>
              <a:defRPr sz="1451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4659" y="2175159"/>
            <a:ext cx="4041667" cy="3951555"/>
          </a:xfrm>
          <a:prstGeom prst="rect">
            <a:avLst/>
          </a:prstGeom>
        </p:spPr>
        <p:txBody>
          <a:bodyPr/>
          <a:lstStyle>
            <a:lvl1pPr>
              <a:defRPr sz="2176"/>
            </a:lvl1pPr>
            <a:lvl2pPr>
              <a:defRPr sz="1815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7551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678" y="274954"/>
            <a:ext cx="8228648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8609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83870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677" y="273517"/>
            <a:ext cx="3008162" cy="1161715"/>
          </a:xfrm>
          <a:prstGeom prst="rect">
            <a:avLst/>
          </a:prstGeom>
        </p:spPr>
        <p:txBody>
          <a:bodyPr anchor="b"/>
          <a:lstStyle>
            <a:lvl1pPr algn="l">
              <a:defRPr sz="1815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4486" y="273515"/>
            <a:ext cx="5111840" cy="5853196"/>
          </a:xfrm>
          <a:prstGeom prst="rect">
            <a:avLst/>
          </a:prstGeom>
        </p:spPr>
        <p:txBody>
          <a:bodyPr/>
          <a:lstStyle>
            <a:lvl1pPr>
              <a:defRPr sz="2903"/>
            </a:lvl1pPr>
            <a:lvl2pPr>
              <a:defRPr sz="2539"/>
            </a:lvl2pPr>
            <a:lvl3pPr>
              <a:defRPr sz="2176"/>
            </a:lvl3pPr>
            <a:lvl4pPr>
              <a:defRPr sz="1815"/>
            </a:lvl4pPr>
            <a:lvl5pPr>
              <a:defRPr sz="1815"/>
            </a:lvl5pPr>
            <a:lvl6pPr>
              <a:defRPr sz="1815"/>
            </a:lvl6pPr>
            <a:lvl7pPr>
              <a:defRPr sz="1815"/>
            </a:lvl7pPr>
            <a:lvl8pPr>
              <a:defRPr sz="1815"/>
            </a:lvl8pPr>
            <a:lvl9pPr>
              <a:defRPr sz="181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677" y="1435228"/>
            <a:ext cx="3008162" cy="46914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71"/>
            </a:lvl1pPr>
            <a:lvl2pPr marL="414579" indent="0">
              <a:buNone/>
              <a:defRPr sz="1088"/>
            </a:lvl2pPr>
            <a:lvl3pPr marL="829158" indent="0">
              <a:buNone/>
              <a:defRPr sz="907"/>
            </a:lvl3pPr>
            <a:lvl4pPr marL="1243736" indent="0">
              <a:buNone/>
              <a:defRPr sz="816"/>
            </a:lvl4pPr>
            <a:lvl5pPr marL="1658315" indent="0">
              <a:buNone/>
              <a:defRPr sz="816"/>
            </a:lvl5pPr>
            <a:lvl6pPr marL="2072894" indent="0">
              <a:buNone/>
              <a:defRPr sz="816"/>
            </a:lvl6pPr>
            <a:lvl7pPr marL="2487472" indent="0">
              <a:buNone/>
              <a:defRPr sz="816"/>
            </a:lvl7pPr>
            <a:lvl8pPr marL="2902050" indent="0">
              <a:buNone/>
              <a:defRPr sz="816"/>
            </a:lvl8pPr>
            <a:lvl9pPr marL="3316629" indent="0">
              <a:buNone/>
              <a:defRPr sz="81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5270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675" y="4800892"/>
            <a:ext cx="5486672" cy="565741"/>
          </a:xfrm>
          <a:prstGeom prst="rect">
            <a:avLst/>
          </a:prstGeom>
        </p:spPr>
        <p:txBody>
          <a:bodyPr anchor="b"/>
          <a:lstStyle>
            <a:lvl1pPr algn="l">
              <a:defRPr sz="1815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675" y="613247"/>
            <a:ext cx="5486672" cy="4114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03"/>
            </a:lvl1pPr>
            <a:lvl2pPr marL="414579" indent="0">
              <a:buNone/>
              <a:defRPr sz="2539"/>
            </a:lvl2pPr>
            <a:lvl3pPr marL="829158" indent="0">
              <a:buNone/>
              <a:defRPr sz="2176"/>
            </a:lvl3pPr>
            <a:lvl4pPr marL="1243736" indent="0">
              <a:buNone/>
              <a:defRPr sz="1815"/>
            </a:lvl4pPr>
            <a:lvl5pPr marL="1658315" indent="0">
              <a:buNone/>
              <a:defRPr sz="1815"/>
            </a:lvl5pPr>
            <a:lvl6pPr marL="2072894" indent="0">
              <a:buNone/>
              <a:defRPr sz="1815"/>
            </a:lvl6pPr>
            <a:lvl7pPr marL="2487472" indent="0">
              <a:buNone/>
              <a:defRPr sz="1815"/>
            </a:lvl7pPr>
            <a:lvl8pPr marL="2902050" indent="0">
              <a:buNone/>
              <a:defRPr sz="1815"/>
            </a:lvl8pPr>
            <a:lvl9pPr marL="3316629" indent="0">
              <a:buNone/>
              <a:defRPr sz="181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675" y="5366630"/>
            <a:ext cx="5486672" cy="8061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71"/>
            </a:lvl1pPr>
            <a:lvl2pPr marL="414579" indent="0">
              <a:buNone/>
              <a:defRPr sz="1088"/>
            </a:lvl2pPr>
            <a:lvl3pPr marL="829158" indent="0">
              <a:buNone/>
              <a:defRPr sz="907"/>
            </a:lvl3pPr>
            <a:lvl4pPr marL="1243736" indent="0">
              <a:buNone/>
              <a:defRPr sz="816"/>
            </a:lvl4pPr>
            <a:lvl5pPr marL="1658315" indent="0">
              <a:buNone/>
              <a:defRPr sz="816"/>
            </a:lvl5pPr>
            <a:lvl6pPr marL="2072894" indent="0">
              <a:buNone/>
              <a:defRPr sz="816"/>
            </a:lvl6pPr>
            <a:lvl7pPr marL="2487472" indent="0">
              <a:buNone/>
              <a:defRPr sz="816"/>
            </a:lvl7pPr>
            <a:lvl8pPr marL="2902050" indent="0">
              <a:buNone/>
              <a:defRPr sz="816"/>
            </a:lvl8pPr>
            <a:lvl9pPr marL="3316629" indent="0">
              <a:buNone/>
              <a:defRPr sz="81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618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678" y="274954"/>
            <a:ext cx="8228648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678" y="1600779"/>
            <a:ext cx="8228648" cy="452593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0675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30182" y="274955"/>
            <a:ext cx="2056144" cy="5851756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677" y="274955"/>
            <a:ext cx="6042128" cy="585175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676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88D9202F-3C1E-4867-83CA-B23BF097EFEC}" type="datetimeFigureOut">
              <a:rPr lang="ko-KR" altLang="en-US" sz="1904" smtClean="0">
                <a:solidFill>
                  <a:prstClr val="black"/>
                </a:solidFill>
              </a:rPr>
              <a:pPr defTabSz="472827" latinLnBrk="0"/>
              <a:t>2022-02-21</a:t>
            </a:fld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3600" y="6357038"/>
            <a:ext cx="2896800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endParaRPr lang="ko-KR" altLang="en-US" sz="1904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2772" y="6357038"/>
            <a:ext cx="2133554" cy="364206"/>
          </a:xfrm>
          <a:prstGeom prst="rect">
            <a:avLst/>
          </a:prstGeom>
        </p:spPr>
        <p:txBody>
          <a:bodyPr/>
          <a:lstStyle/>
          <a:p>
            <a:pPr defTabSz="472827" latinLnBrk="0"/>
            <a:fld id="{A1FA4E59-5B2C-4330-BFCD-EA62CA5CA467}" type="slidenum">
              <a:rPr lang="ko-KR" altLang="en-US" sz="1904" smtClean="0">
                <a:solidFill>
                  <a:prstClr val="black"/>
                </a:solidFill>
              </a:rPr>
              <a:pPr defTabSz="472827" latinLnBrk="0"/>
              <a:t>‹#›</a:t>
            </a:fld>
            <a:endParaRPr lang="ko-KR" altLang="en-US" sz="1904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7390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32173" y="706344"/>
            <a:ext cx="87079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5"/>
          <p:cNvSpPr txBox="1">
            <a:spLocks/>
          </p:cNvSpPr>
          <p:nvPr userDrawn="1"/>
        </p:nvSpPr>
        <p:spPr>
          <a:xfrm>
            <a:off x="8526902" y="6448255"/>
            <a:ext cx="617099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marL="0" marR="0" lvl="0" indent="0" algn="l" defTabSz="914377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B28068-EBFA-4428-A839-83D1C4E36CDB}" type="slidenum">
              <a:rPr kumimoji="1" lang="ko-KR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l" defTabSz="914377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40559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제목 1"/>
          <p:cNvSpPr>
            <a:spLocks noGrp="1"/>
          </p:cNvSpPr>
          <p:nvPr>
            <p:ph type="ctrTitle"/>
          </p:nvPr>
        </p:nvSpPr>
        <p:spPr>
          <a:xfrm>
            <a:off x="1250615" y="2420888"/>
            <a:ext cx="7174523" cy="833032"/>
          </a:xfrm>
        </p:spPr>
        <p:txBody>
          <a:bodyPr>
            <a:normAutofit/>
          </a:bodyPr>
          <a:lstStyle>
            <a:lvl1pPr>
              <a:defRPr sz="3000"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9" name="부제목 2"/>
          <p:cNvSpPr>
            <a:spLocks noGrp="1"/>
          </p:cNvSpPr>
          <p:nvPr>
            <p:ph type="subTitle" idx="1"/>
          </p:nvPr>
        </p:nvSpPr>
        <p:spPr>
          <a:xfrm>
            <a:off x="1883660" y="3886200"/>
            <a:ext cx="5908431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849741" y="2420888"/>
            <a:ext cx="790980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849741" y="3284984"/>
            <a:ext cx="790980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856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6751E2-D141-9A47-88FD-FFE4F8F2961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4405"/>
            <a:ext cx="9144000" cy="684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611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iming>
    <p:tnLst>
      <p:par>
        <p:cTn id="1" dur="indefinite" restart="never" nodeType="tmRoot"/>
      </p:par>
    </p:tnLst>
  </p:timing>
  <p:txStyles>
    <p:titleStyle>
      <a:lvl1pPr algn="ctr" defTabSz="829158" rtl="0" eaLnBrk="1" latinLnBrk="1" hangingPunct="1">
        <a:spcBef>
          <a:spcPct val="0"/>
        </a:spcBef>
        <a:buNone/>
        <a:defRPr sz="39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35" indent="-310935" algn="l" defTabSz="829158" rtl="0" eaLnBrk="1" latinLnBrk="1" hangingPunct="1">
        <a:spcBef>
          <a:spcPct val="20000"/>
        </a:spcBef>
        <a:buFont typeface="Arial" pitchFamily="34" charset="0"/>
        <a:buChar char="•"/>
        <a:defRPr sz="2903" kern="1200">
          <a:solidFill>
            <a:schemeClr val="tx1"/>
          </a:solidFill>
          <a:latin typeface="+mn-lt"/>
          <a:ea typeface="+mn-ea"/>
          <a:cs typeface="+mn-cs"/>
        </a:defRPr>
      </a:lvl1pPr>
      <a:lvl2pPr marL="673690" indent="-259112" algn="l" defTabSz="829158" rtl="0" eaLnBrk="1" latinLnBrk="1" hangingPunct="1">
        <a:spcBef>
          <a:spcPct val="20000"/>
        </a:spcBef>
        <a:buFont typeface="Arial" pitchFamily="34" charset="0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46" indent="-207289" algn="l" defTabSz="829158" rtl="0" eaLnBrk="1" latinLnBrk="1" hangingPunct="1">
        <a:spcBef>
          <a:spcPct val="20000"/>
        </a:spcBef>
        <a:buFont typeface="Arial" pitchFamily="34" charset="0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25" indent="-207289" algn="l" defTabSz="829158" rtl="0" eaLnBrk="1" latinLnBrk="1" hangingPunct="1">
        <a:spcBef>
          <a:spcPct val="20000"/>
        </a:spcBef>
        <a:buFont typeface="Arial" pitchFamily="34" charset="0"/>
        <a:buChar char="–"/>
        <a:defRPr sz="1815" kern="1200">
          <a:solidFill>
            <a:schemeClr val="tx1"/>
          </a:solidFill>
          <a:latin typeface="+mn-lt"/>
          <a:ea typeface="+mn-ea"/>
          <a:cs typeface="+mn-cs"/>
        </a:defRPr>
      </a:lvl4pPr>
      <a:lvl5pPr marL="1865604" indent="-207289" algn="l" defTabSz="829158" rtl="0" eaLnBrk="1" latinLnBrk="1" hangingPunct="1">
        <a:spcBef>
          <a:spcPct val="20000"/>
        </a:spcBef>
        <a:buFont typeface="Arial" pitchFamily="34" charset="0"/>
        <a:buChar char="»"/>
        <a:defRPr sz="1815" kern="1200">
          <a:solidFill>
            <a:schemeClr val="tx1"/>
          </a:solidFill>
          <a:latin typeface="+mn-lt"/>
          <a:ea typeface="+mn-ea"/>
          <a:cs typeface="+mn-cs"/>
        </a:defRPr>
      </a:lvl5pPr>
      <a:lvl6pPr marL="2280182" indent="-207289" algn="l" defTabSz="829158" rtl="0" eaLnBrk="1" latinLnBrk="1" hangingPunct="1">
        <a:spcBef>
          <a:spcPct val="20000"/>
        </a:spcBef>
        <a:buFont typeface="Arial" pitchFamily="34" charset="0"/>
        <a:buChar char="•"/>
        <a:defRPr sz="1815" kern="1200">
          <a:solidFill>
            <a:schemeClr val="tx1"/>
          </a:solidFill>
          <a:latin typeface="+mn-lt"/>
          <a:ea typeface="+mn-ea"/>
          <a:cs typeface="+mn-cs"/>
        </a:defRPr>
      </a:lvl6pPr>
      <a:lvl7pPr marL="2694761" indent="-207289" algn="l" defTabSz="829158" rtl="0" eaLnBrk="1" latinLnBrk="1" hangingPunct="1">
        <a:spcBef>
          <a:spcPct val="20000"/>
        </a:spcBef>
        <a:buFont typeface="Arial" pitchFamily="34" charset="0"/>
        <a:buChar char="•"/>
        <a:defRPr sz="1815" kern="1200">
          <a:solidFill>
            <a:schemeClr val="tx1"/>
          </a:solidFill>
          <a:latin typeface="+mn-lt"/>
          <a:ea typeface="+mn-ea"/>
          <a:cs typeface="+mn-cs"/>
        </a:defRPr>
      </a:lvl7pPr>
      <a:lvl8pPr marL="3109340" indent="-207289" algn="l" defTabSz="829158" rtl="0" eaLnBrk="1" latinLnBrk="1" hangingPunct="1">
        <a:spcBef>
          <a:spcPct val="20000"/>
        </a:spcBef>
        <a:buFont typeface="Arial" pitchFamily="34" charset="0"/>
        <a:buChar char="•"/>
        <a:defRPr sz="1815" kern="1200">
          <a:solidFill>
            <a:schemeClr val="tx1"/>
          </a:solidFill>
          <a:latin typeface="+mn-lt"/>
          <a:ea typeface="+mn-ea"/>
          <a:cs typeface="+mn-cs"/>
        </a:defRPr>
      </a:lvl8pPr>
      <a:lvl9pPr marL="3523919" indent="-207289" algn="l" defTabSz="829158" rtl="0" eaLnBrk="1" latinLnBrk="1" hangingPunct="1">
        <a:spcBef>
          <a:spcPct val="20000"/>
        </a:spcBef>
        <a:buFont typeface="Arial" pitchFamily="34" charset="0"/>
        <a:buChar char="•"/>
        <a:defRPr sz="1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79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58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36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15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894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472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050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629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6751E2-D141-9A47-88FD-FFE4F8F2961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70000"/>
          </a:blip>
          <a:stretch>
            <a:fillRect/>
          </a:stretch>
        </p:blipFill>
        <p:spPr>
          <a:xfrm>
            <a:off x="0" y="8810"/>
            <a:ext cx="9144000" cy="684919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FC7169F-903D-C547-A9D9-DEC07D541185}"/>
              </a:ext>
            </a:extLst>
          </p:cNvPr>
          <p:cNvSpPr/>
          <p:nvPr userDrawn="1"/>
        </p:nvSpPr>
        <p:spPr>
          <a:xfrm>
            <a:off x="1" y="8810"/>
            <a:ext cx="18951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728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9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F91B3085-4402-EA49-AF2D-07190F055AE8}"/>
              </a:ext>
            </a:extLst>
          </p:cNvPr>
          <p:cNvSpPr/>
          <p:nvPr userDrawn="1"/>
        </p:nvSpPr>
        <p:spPr>
          <a:xfrm>
            <a:off x="1592165" y="1444656"/>
            <a:ext cx="6097918" cy="4113249"/>
          </a:xfrm>
          <a:prstGeom prst="roundRect">
            <a:avLst>
              <a:gd name="adj" fmla="val 7800"/>
            </a:avLst>
          </a:prstGeom>
          <a:solidFill>
            <a:schemeClr val="bg1"/>
          </a:solidFill>
          <a:ln w="76200">
            <a:solidFill>
              <a:srgbClr val="005F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728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9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878388-9C6F-5D40-951F-5A84A693D920}"/>
              </a:ext>
            </a:extLst>
          </p:cNvPr>
          <p:cNvSpPr txBox="1"/>
          <p:nvPr userDrawn="1"/>
        </p:nvSpPr>
        <p:spPr>
          <a:xfrm>
            <a:off x="1005710" y="1789015"/>
            <a:ext cx="1332545" cy="371786"/>
          </a:xfrm>
          <a:prstGeom prst="rect">
            <a:avLst/>
          </a:prstGeom>
          <a:solidFill>
            <a:schemeClr val="bg1"/>
          </a:solidFill>
        </p:spPr>
        <p:txBody>
          <a:bodyPr wrap="square" lIns="94568" tIns="47284" rIns="94568" bIns="47284" rtlCol="0">
            <a:spAutoFit/>
          </a:bodyPr>
          <a:lstStyle/>
          <a:p>
            <a:pPr marL="0" marR="0" lvl="0" indent="0" algn="ctr" defTabSz="47282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32" b="1" i="0" u="none" strike="noStrike" kern="1200" cap="none" spc="0" normalizeH="0" baseline="0" noProof="0" dirty="0">
                <a:ln>
                  <a:noFill/>
                </a:ln>
                <a:solidFill>
                  <a:srgbClr val="005F8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나눔스퀘어OTF"/>
              </a:rPr>
              <a:t>CONTENTS</a:t>
            </a:r>
            <a:endParaRPr kumimoji="0" lang="ko-KR" altLang="en-US" sz="1632" b="1" i="0" u="none" strike="noStrike" kern="1200" cap="none" spc="0" normalizeH="0" baseline="0" noProof="0" dirty="0">
              <a:ln>
                <a:noFill/>
              </a:ln>
              <a:solidFill>
                <a:srgbClr val="005F8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나눔스퀘어OTF"/>
            </a:endParaRPr>
          </a:p>
        </p:txBody>
      </p:sp>
    </p:spTree>
    <p:extLst>
      <p:ext uri="{BB962C8B-B14F-4D97-AF65-F5344CB8AC3E}">
        <p14:creationId xmlns:p14="http://schemas.microsoft.com/office/powerpoint/2010/main" val="3194716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ctr" defTabSz="829158" rtl="0" eaLnBrk="1" latinLnBrk="1" hangingPunct="1">
        <a:spcBef>
          <a:spcPct val="0"/>
        </a:spcBef>
        <a:buNone/>
        <a:defRPr sz="39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35" indent="-310935" algn="l" defTabSz="829158" rtl="0" eaLnBrk="1" latinLnBrk="1" hangingPunct="1">
        <a:spcBef>
          <a:spcPct val="20000"/>
        </a:spcBef>
        <a:buFont typeface="Arial" pitchFamily="34" charset="0"/>
        <a:buChar char="•"/>
        <a:defRPr sz="2903" kern="1200">
          <a:solidFill>
            <a:schemeClr val="tx1"/>
          </a:solidFill>
          <a:latin typeface="+mn-lt"/>
          <a:ea typeface="+mn-ea"/>
          <a:cs typeface="+mn-cs"/>
        </a:defRPr>
      </a:lvl1pPr>
      <a:lvl2pPr marL="673690" indent="-259112" algn="l" defTabSz="829158" rtl="0" eaLnBrk="1" latinLnBrk="1" hangingPunct="1">
        <a:spcBef>
          <a:spcPct val="20000"/>
        </a:spcBef>
        <a:buFont typeface="Arial" pitchFamily="34" charset="0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46" indent="-207289" algn="l" defTabSz="829158" rtl="0" eaLnBrk="1" latinLnBrk="1" hangingPunct="1">
        <a:spcBef>
          <a:spcPct val="20000"/>
        </a:spcBef>
        <a:buFont typeface="Arial" pitchFamily="34" charset="0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25" indent="-207289" algn="l" defTabSz="829158" rtl="0" eaLnBrk="1" latinLnBrk="1" hangingPunct="1">
        <a:spcBef>
          <a:spcPct val="20000"/>
        </a:spcBef>
        <a:buFont typeface="Arial" pitchFamily="34" charset="0"/>
        <a:buChar char="–"/>
        <a:defRPr sz="1815" kern="1200">
          <a:solidFill>
            <a:schemeClr val="tx1"/>
          </a:solidFill>
          <a:latin typeface="+mn-lt"/>
          <a:ea typeface="+mn-ea"/>
          <a:cs typeface="+mn-cs"/>
        </a:defRPr>
      </a:lvl4pPr>
      <a:lvl5pPr marL="1865604" indent="-207289" algn="l" defTabSz="829158" rtl="0" eaLnBrk="1" latinLnBrk="1" hangingPunct="1">
        <a:spcBef>
          <a:spcPct val="20000"/>
        </a:spcBef>
        <a:buFont typeface="Arial" pitchFamily="34" charset="0"/>
        <a:buChar char="»"/>
        <a:defRPr sz="1815" kern="1200">
          <a:solidFill>
            <a:schemeClr val="tx1"/>
          </a:solidFill>
          <a:latin typeface="+mn-lt"/>
          <a:ea typeface="+mn-ea"/>
          <a:cs typeface="+mn-cs"/>
        </a:defRPr>
      </a:lvl5pPr>
      <a:lvl6pPr marL="2280182" indent="-207289" algn="l" defTabSz="829158" rtl="0" eaLnBrk="1" latinLnBrk="1" hangingPunct="1">
        <a:spcBef>
          <a:spcPct val="20000"/>
        </a:spcBef>
        <a:buFont typeface="Arial" pitchFamily="34" charset="0"/>
        <a:buChar char="•"/>
        <a:defRPr sz="1815" kern="1200">
          <a:solidFill>
            <a:schemeClr val="tx1"/>
          </a:solidFill>
          <a:latin typeface="+mn-lt"/>
          <a:ea typeface="+mn-ea"/>
          <a:cs typeface="+mn-cs"/>
        </a:defRPr>
      </a:lvl6pPr>
      <a:lvl7pPr marL="2694761" indent="-207289" algn="l" defTabSz="829158" rtl="0" eaLnBrk="1" latinLnBrk="1" hangingPunct="1">
        <a:spcBef>
          <a:spcPct val="20000"/>
        </a:spcBef>
        <a:buFont typeface="Arial" pitchFamily="34" charset="0"/>
        <a:buChar char="•"/>
        <a:defRPr sz="1815" kern="1200">
          <a:solidFill>
            <a:schemeClr val="tx1"/>
          </a:solidFill>
          <a:latin typeface="+mn-lt"/>
          <a:ea typeface="+mn-ea"/>
          <a:cs typeface="+mn-cs"/>
        </a:defRPr>
      </a:lvl7pPr>
      <a:lvl8pPr marL="3109340" indent="-207289" algn="l" defTabSz="829158" rtl="0" eaLnBrk="1" latinLnBrk="1" hangingPunct="1">
        <a:spcBef>
          <a:spcPct val="20000"/>
        </a:spcBef>
        <a:buFont typeface="Arial" pitchFamily="34" charset="0"/>
        <a:buChar char="•"/>
        <a:defRPr sz="1815" kern="1200">
          <a:solidFill>
            <a:schemeClr val="tx1"/>
          </a:solidFill>
          <a:latin typeface="+mn-lt"/>
          <a:ea typeface="+mn-ea"/>
          <a:cs typeface="+mn-cs"/>
        </a:defRPr>
      </a:lvl8pPr>
      <a:lvl9pPr marL="3523919" indent="-207289" algn="l" defTabSz="829158" rtl="0" eaLnBrk="1" latinLnBrk="1" hangingPunct="1">
        <a:spcBef>
          <a:spcPct val="20000"/>
        </a:spcBef>
        <a:buFont typeface="Arial" pitchFamily="34" charset="0"/>
        <a:buChar char="•"/>
        <a:defRPr sz="1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79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58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36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15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894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472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050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629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5F9782B-D1D6-924E-9229-E1B61E86EB7E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8D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728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9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E3AA45C-63FC-684A-80B0-BED22B9974D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30000"/>
          </a:blip>
          <a:stretch>
            <a:fillRect/>
          </a:stretch>
        </p:blipFill>
        <p:spPr>
          <a:xfrm>
            <a:off x="1292609" y="0"/>
            <a:ext cx="7851393" cy="4705108"/>
          </a:xfrm>
          <a:prstGeom prst="rect">
            <a:avLst/>
          </a:prstGeom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9A914A7F-565F-D04C-AE39-03628F92EB16}"/>
              </a:ext>
            </a:extLst>
          </p:cNvPr>
          <p:cNvSpPr/>
          <p:nvPr userDrawn="1"/>
        </p:nvSpPr>
        <p:spPr>
          <a:xfrm>
            <a:off x="1592165" y="1256592"/>
            <a:ext cx="1018395" cy="1042884"/>
          </a:xfrm>
          <a:prstGeom prst="roundRect">
            <a:avLst>
              <a:gd name="adj" fmla="val 14357"/>
            </a:avLst>
          </a:prstGeom>
          <a:solidFill>
            <a:schemeClr val="bg1"/>
          </a:solidFill>
          <a:ln w="76200">
            <a:solidFill>
              <a:srgbClr val="005F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728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9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1D1C9859-CC94-B54A-B6B2-273EDBE891F7}"/>
              </a:ext>
            </a:extLst>
          </p:cNvPr>
          <p:cNvSpPr/>
          <p:nvPr userDrawn="1"/>
        </p:nvSpPr>
        <p:spPr>
          <a:xfrm>
            <a:off x="2256875" y="1966099"/>
            <a:ext cx="4630251" cy="2912561"/>
          </a:xfrm>
          <a:prstGeom prst="roundRect">
            <a:avLst>
              <a:gd name="adj" fmla="val 7268"/>
            </a:avLst>
          </a:prstGeom>
          <a:solidFill>
            <a:schemeClr val="bg1">
              <a:alpha val="70000"/>
            </a:schemeClr>
          </a:solidFill>
          <a:ln w="76200">
            <a:solidFill>
              <a:srgbClr val="005F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728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9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096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defTabSz="829158" rtl="0" eaLnBrk="1" latinLnBrk="1" hangingPunct="1">
        <a:spcBef>
          <a:spcPct val="0"/>
        </a:spcBef>
        <a:buNone/>
        <a:defRPr sz="39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35" indent="-310935" algn="l" defTabSz="829158" rtl="0" eaLnBrk="1" latinLnBrk="1" hangingPunct="1">
        <a:spcBef>
          <a:spcPct val="20000"/>
        </a:spcBef>
        <a:buFont typeface="Arial" pitchFamily="34" charset="0"/>
        <a:buChar char="•"/>
        <a:defRPr sz="2903" kern="1200">
          <a:solidFill>
            <a:schemeClr val="tx1"/>
          </a:solidFill>
          <a:latin typeface="+mn-lt"/>
          <a:ea typeface="+mn-ea"/>
          <a:cs typeface="+mn-cs"/>
        </a:defRPr>
      </a:lvl1pPr>
      <a:lvl2pPr marL="673690" indent="-259112" algn="l" defTabSz="829158" rtl="0" eaLnBrk="1" latinLnBrk="1" hangingPunct="1">
        <a:spcBef>
          <a:spcPct val="20000"/>
        </a:spcBef>
        <a:buFont typeface="Arial" pitchFamily="34" charset="0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46" indent="-207289" algn="l" defTabSz="829158" rtl="0" eaLnBrk="1" latinLnBrk="1" hangingPunct="1">
        <a:spcBef>
          <a:spcPct val="20000"/>
        </a:spcBef>
        <a:buFont typeface="Arial" pitchFamily="34" charset="0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25" indent="-207289" algn="l" defTabSz="829158" rtl="0" eaLnBrk="1" latinLnBrk="1" hangingPunct="1">
        <a:spcBef>
          <a:spcPct val="20000"/>
        </a:spcBef>
        <a:buFont typeface="Arial" pitchFamily="34" charset="0"/>
        <a:buChar char="–"/>
        <a:defRPr sz="1815" kern="1200">
          <a:solidFill>
            <a:schemeClr val="tx1"/>
          </a:solidFill>
          <a:latin typeface="+mn-lt"/>
          <a:ea typeface="+mn-ea"/>
          <a:cs typeface="+mn-cs"/>
        </a:defRPr>
      </a:lvl4pPr>
      <a:lvl5pPr marL="1865604" indent="-207289" algn="l" defTabSz="829158" rtl="0" eaLnBrk="1" latinLnBrk="1" hangingPunct="1">
        <a:spcBef>
          <a:spcPct val="20000"/>
        </a:spcBef>
        <a:buFont typeface="Arial" pitchFamily="34" charset="0"/>
        <a:buChar char="»"/>
        <a:defRPr sz="1815" kern="1200">
          <a:solidFill>
            <a:schemeClr val="tx1"/>
          </a:solidFill>
          <a:latin typeface="+mn-lt"/>
          <a:ea typeface="+mn-ea"/>
          <a:cs typeface="+mn-cs"/>
        </a:defRPr>
      </a:lvl5pPr>
      <a:lvl6pPr marL="2280182" indent="-207289" algn="l" defTabSz="829158" rtl="0" eaLnBrk="1" latinLnBrk="1" hangingPunct="1">
        <a:spcBef>
          <a:spcPct val="20000"/>
        </a:spcBef>
        <a:buFont typeface="Arial" pitchFamily="34" charset="0"/>
        <a:buChar char="•"/>
        <a:defRPr sz="1815" kern="1200">
          <a:solidFill>
            <a:schemeClr val="tx1"/>
          </a:solidFill>
          <a:latin typeface="+mn-lt"/>
          <a:ea typeface="+mn-ea"/>
          <a:cs typeface="+mn-cs"/>
        </a:defRPr>
      </a:lvl6pPr>
      <a:lvl7pPr marL="2694761" indent="-207289" algn="l" defTabSz="829158" rtl="0" eaLnBrk="1" latinLnBrk="1" hangingPunct="1">
        <a:spcBef>
          <a:spcPct val="20000"/>
        </a:spcBef>
        <a:buFont typeface="Arial" pitchFamily="34" charset="0"/>
        <a:buChar char="•"/>
        <a:defRPr sz="1815" kern="1200">
          <a:solidFill>
            <a:schemeClr val="tx1"/>
          </a:solidFill>
          <a:latin typeface="+mn-lt"/>
          <a:ea typeface="+mn-ea"/>
          <a:cs typeface="+mn-cs"/>
        </a:defRPr>
      </a:lvl7pPr>
      <a:lvl8pPr marL="3109340" indent="-207289" algn="l" defTabSz="829158" rtl="0" eaLnBrk="1" latinLnBrk="1" hangingPunct="1">
        <a:spcBef>
          <a:spcPct val="20000"/>
        </a:spcBef>
        <a:buFont typeface="Arial" pitchFamily="34" charset="0"/>
        <a:buChar char="•"/>
        <a:defRPr sz="1815" kern="1200">
          <a:solidFill>
            <a:schemeClr val="tx1"/>
          </a:solidFill>
          <a:latin typeface="+mn-lt"/>
          <a:ea typeface="+mn-ea"/>
          <a:cs typeface="+mn-cs"/>
        </a:defRPr>
      </a:lvl8pPr>
      <a:lvl9pPr marL="3523919" indent="-207289" algn="l" defTabSz="829158" rtl="0" eaLnBrk="1" latinLnBrk="1" hangingPunct="1">
        <a:spcBef>
          <a:spcPct val="20000"/>
        </a:spcBef>
        <a:buFont typeface="Arial" pitchFamily="34" charset="0"/>
        <a:buChar char="•"/>
        <a:defRPr sz="1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79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58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36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15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894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472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050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629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8D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728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9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Rounded Rectangle 38"/>
          <p:cNvSpPr/>
          <p:nvPr userDrawn="1"/>
        </p:nvSpPr>
        <p:spPr>
          <a:xfrm>
            <a:off x="341445" y="653292"/>
            <a:ext cx="8435861" cy="5712846"/>
          </a:xfrm>
          <a:prstGeom prst="roundRect">
            <a:avLst>
              <a:gd name="adj" fmla="val 3616"/>
            </a:avLst>
          </a:prstGeom>
          <a:solidFill>
            <a:schemeClr val="bg1"/>
          </a:solidFill>
          <a:ln w="57150" cmpd="sng">
            <a:noFill/>
          </a:ln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2919" tIns="41459" rIns="82919" bIns="41459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728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7" name="슬라이드 번호 개체 틀 5"/>
          <p:cNvSpPr txBox="1">
            <a:spLocks/>
          </p:cNvSpPr>
          <p:nvPr userDrawn="1"/>
        </p:nvSpPr>
        <p:spPr>
          <a:xfrm>
            <a:off x="276774" y="6433221"/>
            <a:ext cx="8500530" cy="33109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8291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3F838-261C-484F-AB34-5DF9DF4E25D0}" type="slidenum">
              <a:rPr kumimoji="0" lang="ko-KR" altLang="en-US" sz="1271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829158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7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050" name="Picture 2" descr="D:\맥 공유\20-3-6\고용노동안전공단로고.png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8086039" y="6446598"/>
            <a:ext cx="691266" cy="242877"/>
          </a:xfrm>
          <a:prstGeom prst="rect">
            <a:avLst/>
          </a:prstGeom>
          <a:noFill/>
        </p:spPr>
      </p:pic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6523024" y="377938"/>
            <a:ext cx="2254281" cy="33109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8291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7" b="0" i="0" u="none" strike="noStrike" kern="1200" cap="none" spc="-83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중대재해처벌법 주요내용</a:t>
            </a:r>
          </a:p>
        </p:txBody>
      </p:sp>
      <p:sp>
        <p:nvSpPr>
          <p:cNvPr id="3" name="수동 입력 2">
            <a:extLst>
              <a:ext uri="{FF2B5EF4-FFF2-40B4-BE49-F238E27FC236}">
                <a16:creationId xmlns:a16="http://schemas.microsoft.com/office/drawing/2014/main" id="{9D75B33D-D57E-CF48-A482-2AEAD247DB6E}"/>
              </a:ext>
            </a:extLst>
          </p:cNvPr>
          <p:cNvSpPr/>
          <p:nvPr userDrawn="1"/>
        </p:nvSpPr>
        <p:spPr>
          <a:xfrm rot="16200000" flipV="1">
            <a:off x="2960700" y="-2960697"/>
            <a:ext cx="816121" cy="6737516"/>
          </a:xfrm>
          <a:prstGeom prst="flowChartManualInput">
            <a:avLst/>
          </a:prstGeom>
          <a:solidFill>
            <a:srgbClr val="005F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728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9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3000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defTabSz="829158" rtl="0" eaLnBrk="1" latinLnBrk="1" hangingPunct="1">
        <a:spcBef>
          <a:spcPct val="0"/>
        </a:spcBef>
        <a:buNone/>
        <a:defRPr sz="39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35" indent="-310935" algn="l" defTabSz="829158" rtl="0" eaLnBrk="1" latinLnBrk="1" hangingPunct="1">
        <a:spcBef>
          <a:spcPct val="20000"/>
        </a:spcBef>
        <a:buFont typeface="Arial" pitchFamily="34" charset="0"/>
        <a:buChar char="•"/>
        <a:defRPr sz="2903" kern="1200">
          <a:solidFill>
            <a:schemeClr val="tx1"/>
          </a:solidFill>
          <a:latin typeface="+mn-lt"/>
          <a:ea typeface="+mn-ea"/>
          <a:cs typeface="+mn-cs"/>
        </a:defRPr>
      </a:lvl1pPr>
      <a:lvl2pPr marL="673690" indent="-259112" algn="l" defTabSz="829158" rtl="0" eaLnBrk="1" latinLnBrk="1" hangingPunct="1">
        <a:spcBef>
          <a:spcPct val="20000"/>
        </a:spcBef>
        <a:buFont typeface="Arial" pitchFamily="34" charset="0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46" indent="-207289" algn="l" defTabSz="829158" rtl="0" eaLnBrk="1" latinLnBrk="1" hangingPunct="1">
        <a:spcBef>
          <a:spcPct val="20000"/>
        </a:spcBef>
        <a:buFont typeface="Arial" pitchFamily="34" charset="0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25" indent="-207289" algn="l" defTabSz="829158" rtl="0" eaLnBrk="1" latinLnBrk="1" hangingPunct="1">
        <a:spcBef>
          <a:spcPct val="20000"/>
        </a:spcBef>
        <a:buFont typeface="Arial" pitchFamily="34" charset="0"/>
        <a:buChar char="–"/>
        <a:defRPr sz="1815" kern="1200">
          <a:solidFill>
            <a:schemeClr val="tx1"/>
          </a:solidFill>
          <a:latin typeface="+mn-lt"/>
          <a:ea typeface="+mn-ea"/>
          <a:cs typeface="+mn-cs"/>
        </a:defRPr>
      </a:lvl4pPr>
      <a:lvl5pPr marL="1865604" indent="-207289" algn="l" defTabSz="829158" rtl="0" eaLnBrk="1" latinLnBrk="1" hangingPunct="1">
        <a:spcBef>
          <a:spcPct val="20000"/>
        </a:spcBef>
        <a:buFont typeface="Arial" pitchFamily="34" charset="0"/>
        <a:buChar char="»"/>
        <a:defRPr sz="1815" kern="1200">
          <a:solidFill>
            <a:schemeClr val="tx1"/>
          </a:solidFill>
          <a:latin typeface="+mn-lt"/>
          <a:ea typeface="+mn-ea"/>
          <a:cs typeface="+mn-cs"/>
        </a:defRPr>
      </a:lvl5pPr>
      <a:lvl6pPr marL="2280182" indent="-207289" algn="l" defTabSz="829158" rtl="0" eaLnBrk="1" latinLnBrk="1" hangingPunct="1">
        <a:spcBef>
          <a:spcPct val="20000"/>
        </a:spcBef>
        <a:buFont typeface="Arial" pitchFamily="34" charset="0"/>
        <a:buChar char="•"/>
        <a:defRPr sz="1815" kern="1200">
          <a:solidFill>
            <a:schemeClr val="tx1"/>
          </a:solidFill>
          <a:latin typeface="+mn-lt"/>
          <a:ea typeface="+mn-ea"/>
          <a:cs typeface="+mn-cs"/>
        </a:defRPr>
      </a:lvl6pPr>
      <a:lvl7pPr marL="2694761" indent="-207289" algn="l" defTabSz="829158" rtl="0" eaLnBrk="1" latinLnBrk="1" hangingPunct="1">
        <a:spcBef>
          <a:spcPct val="20000"/>
        </a:spcBef>
        <a:buFont typeface="Arial" pitchFamily="34" charset="0"/>
        <a:buChar char="•"/>
        <a:defRPr sz="1815" kern="1200">
          <a:solidFill>
            <a:schemeClr val="tx1"/>
          </a:solidFill>
          <a:latin typeface="+mn-lt"/>
          <a:ea typeface="+mn-ea"/>
          <a:cs typeface="+mn-cs"/>
        </a:defRPr>
      </a:lvl7pPr>
      <a:lvl8pPr marL="3109340" indent="-207289" algn="l" defTabSz="829158" rtl="0" eaLnBrk="1" latinLnBrk="1" hangingPunct="1">
        <a:spcBef>
          <a:spcPct val="20000"/>
        </a:spcBef>
        <a:buFont typeface="Arial" pitchFamily="34" charset="0"/>
        <a:buChar char="•"/>
        <a:defRPr sz="1815" kern="1200">
          <a:solidFill>
            <a:schemeClr val="tx1"/>
          </a:solidFill>
          <a:latin typeface="+mn-lt"/>
          <a:ea typeface="+mn-ea"/>
          <a:cs typeface="+mn-cs"/>
        </a:defRPr>
      </a:lvl8pPr>
      <a:lvl9pPr marL="3523919" indent="-207289" algn="l" defTabSz="829158" rtl="0" eaLnBrk="1" latinLnBrk="1" hangingPunct="1">
        <a:spcBef>
          <a:spcPct val="20000"/>
        </a:spcBef>
        <a:buFont typeface="Arial" pitchFamily="34" charset="0"/>
        <a:buChar char="•"/>
        <a:defRPr sz="1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79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58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36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15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894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472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050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629" algn="l" defTabSz="829158" rtl="0" eaLnBrk="1" latinLnBrk="1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3176" y="644362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8356" y="6142531"/>
            <a:ext cx="1640198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62" y="6398082"/>
            <a:ext cx="1394537" cy="299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272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2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89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377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566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754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charset="0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charset="0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charset="0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537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726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8914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103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19.jpe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audio" Target="../media/audio2.wav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4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4.wmf"/><Relationship Id="rId10" Type="http://schemas.openxmlformats.org/officeDocument/2006/relationships/image" Target="../media/image19.jpeg"/><Relationship Id="rId4" Type="http://schemas.openxmlformats.org/officeDocument/2006/relationships/oleObject" Target="../embeddings/oleObject1.bin"/><Relationship Id="rId9" Type="http://schemas.openxmlformats.org/officeDocument/2006/relationships/image" Target="../media/image26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895922" y="5517232"/>
            <a:ext cx="5352316" cy="467704"/>
          </a:xfrm>
          <a:prstGeom prst="rect">
            <a:avLst/>
          </a:prstGeom>
          <a:noFill/>
          <a:effectLst>
            <a:softEdge rad="63500"/>
          </a:effectLst>
        </p:spPr>
        <p:txBody>
          <a:bodyPr wrap="square" rtlCol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400" b="1" dirty="0">
                <a:solidFill>
                  <a:srgbClr val="1F497D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㈜</a:t>
            </a:r>
            <a:r>
              <a:rPr kumimoji="1" lang="ko-KR" altLang="en-US" sz="2400" b="1" dirty="0" err="1">
                <a:solidFill>
                  <a:srgbClr val="1F497D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수산씨에스엠</a:t>
            </a:r>
            <a:r>
              <a:rPr kumimoji="1" lang="ko-KR" altLang="en-US" sz="2400" b="1" dirty="0">
                <a:solidFill>
                  <a:srgbClr val="1F497D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574136" y="2505094"/>
            <a:ext cx="40398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36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안전보호구의 종류</a:t>
            </a:r>
            <a:endParaRPr kumimoji="1" lang="en-US" altLang="ko-KR" sz="3600" b="1" dirty="0" smtClean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458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0568" y="176873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25191" y="1558837"/>
            <a:ext cx="31263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latin typeface="+mn-ea"/>
              </a:rPr>
              <a:t>보호구의 일반사항</a:t>
            </a:r>
            <a:endParaRPr lang="en-US" altLang="ko-KR" sz="2000" b="1" dirty="0" smtClean="0">
              <a:latin typeface="+mn-ea"/>
            </a:endParaRPr>
          </a:p>
          <a:p>
            <a:endParaRPr lang="en-US" altLang="ko-KR" sz="2000" dirty="0" smtClean="0">
              <a:latin typeface="+mn-ea"/>
            </a:endParaRPr>
          </a:p>
          <a:p>
            <a:r>
              <a:rPr lang="en-US" altLang="ko-KR" sz="2000" dirty="0" smtClean="0">
                <a:latin typeface="+mn-ea"/>
              </a:rPr>
              <a:t>1</a:t>
            </a:r>
            <a:r>
              <a:rPr lang="en-US" altLang="ko-KR" sz="2000" dirty="0">
                <a:latin typeface="+mn-ea"/>
              </a:rPr>
              <a:t>. </a:t>
            </a:r>
            <a:r>
              <a:rPr lang="ko-KR" altLang="en-US" sz="2000" dirty="0" smtClean="0">
                <a:latin typeface="+mn-ea"/>
              </a:rPr>
              <a:t>안전모</a:t>
            </a:r>
            <a:endParaRPr lang="en-US" altLang="ko-KR" sz="2000" dirty="0">
              <a:latin typeface="+mn-ea"/>
            </a:endParaRPr>
          </a:p>
          <a:p>
            <a:r>
              <a:rPr lang="en-US" altLang="ko-KR" sz="2000" dirty="0" smtClean="0">
                <a:latin typeface="+mn-ea"/>
              </a:rPr>
              <a:t>2. </a:t>
            </a:r>
            <a:r>
              <a:rPr lang="ko-KR" altLang="en-US" sz="2000" dirty="0" smtClean="0">
                <a:latin typeface="+mn-ea"/>
              </a:rPr>
              <a:t>안전화</a:t>
            </a:r>
            <a:endParaRPr lang="en-US" altLang="ko-KR" sz="2000" dirty="0">
              <a:latin typeface="+mn-ea"/>
            </a:endParaRPr>
          </a:p>
          <a:p>
            <a:r>
              <a:rPr lang="en-US" altLang="ko-KR" sz="2000" dirty="0" smtClean="0">
                <a:latin typeface="+mn-ea"/>
              </a:rPr>
              <a:t>3. </a:t>
            </a:r>
            <a:r>
              <a:rPr lang="ko-KR" altLang="en-US" sz="2000" dirty="0" err="1" smtClean="0">
                <a:latin typeface="+mn-ea"/>
              </a:rPr>
              <a:t>보안면</a:t>
            </a:r>
            <a:r>
              <a:rPr lang="en-US" altLang="ko-KR" sz="2000" dirty="0" smtClean="0">
                <a:latin typeface="+mn-ea"/>
              </a:rPr>
              <a:t>,</a:t>
            </a:r>
            <a:r>
              <a:rPr lang="ko-KR" altLang="en-US" sz="2000" dirty="0" smtClean="0">
                <a:latin typeface="+mn-ea"/>
              </a:rPr>
              <a:t> </a:t>
            </a:r>
            <a:r>
              <a:rPr lang="ko-KR" altLang="en-US" sz="2000" dirty="0" err="1" smtClean="0">
                <a:latin typeface="+mn-ea"/>
              </a:rPr>
              <a:t>차광면</a:t>
            </a:r>
            <a:endParaRPr lang="en-US" altLang="ko-KR" sz="2000" dirty="0" smtClean="0">
              <a:latin typeface="+mn-ea"/>
            </a:endParaRPr>
          </a:p>
          <a:p>
            <a:r>
              <a:rPr lang="en-US" altLang="ko-KR" sz="2000" dirty="0" smtClean="0">
                <a:latin typeface="+mn-ea"/>
              </a:rPr>
              <a:t>4. </a:t>
            </a:r>
            <a:r>
              <a:rPr lang="ko-KR" altLang="en-US" sz="2000" dirty="0" smtClean="0">
                <a:latin typeface="+mn-ea"/>
              </a:rPr>
              <a:t>귀마개</a:t>
            </a:r>
            <a:r>
              <a:rPr lang="en-US" altLang="ko-KR" sz="2000" dirty="0" smtClean="0">
                <a:latin typeface="+mn-ea"/>
              </a:rPr>
              <a:t>, </a:t>
            </a:r>
            <a:r>
              <a:rPr lang="ko-KR" altLang="en-US" sz="2000" dirty="0" err="1" smtClean="0">
                <a:latin typeface="+mn-ea"/>
              </a:rPr>
              <a:t>귀덮개</a:t>
            </a:r>
            <a:endParaRPr lang="en-US" altLang="ko-KR" sz="2000" dirty="0" smtClean="0">
              <a:latin typeface="+mn-ea"/>
            </a:endParaRPr>
          </a:p>
          <a:p>
            <a:r>
              <a:rPr lang="en-US" altLang="ko-KR" sz="2000" dirty="0" smtClean="0">
                <a:latin typeface="+mn-ea"/>
              </a:rPr>
              <a:t>5. </a:t>
            </a:r>
            <a:r>
              <a:rPr lang="ko-KR" altLang="en-US" sz="2000" dirty="0" smtClean="0">
                <a:latin typeface="+mn-ea"/>
              </a:rPr>
              <a:t>방진마스크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45951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0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7482" y="1599900"/>
            <a:ext cx="3846512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722812" y="1071155"/>
            <a:ext cx="7467600" cy="457200"/>
            <a:chOff x="672" y="864"/>
            <a:chExt cx="4704" cy="288"/>
          </a:xfrm>
        </p:grpSpPr>
        <p:pic>
          <p:nvPicPr>
            <p:cNvPr id="4" name="Picture 4" descr="하신영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가</a:t>
              </a:r>
              <a:r>
                <a:rPr lang="en-US" altLang="ko-KR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 dirty="0" err="1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보호구란</a:t>
              </a:r>
              <a:r>
                <a:rPr lang="en-US" altLang="ko-KR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?</a:t>
              </a:r>
            </a:p>
          </p:txBody>
        </p:sp>
      </p:grp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570412" y="1528355"/>
            <a:ext cx="7467600" cy="2213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476250" indent="-3810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5033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1510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7987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4464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9036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3608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8180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2752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2000" dirty="0">
                <a:solidFill>
                  <a:srgbClr val="F20219"/>
                </a:solidFill>
                <a:latin typeface="+mn-ea"/>
                <a:ea typeface="+mn-ea"/>
              </a:rPr>
              <a:t>▶ </a:t>
            </a:r>
            <a:r>
              <a:rPr lang="ko-KR" altLang="en-US" dirty="0">
                <a:latin typeface="+mn-ea"/>
                <a:ea typeface="+mn-ea"/>
              </a:rPr>
              <a:t>근로자의 신체 일부 </a:t>
            </a:r>
            <a:r>
              <a:rPr lang="ko-KR" altLang="en-US" dirty="0" smtClean="0">
                <a:latin typeface="+mn-ea"/>
                <a:ea typeface="+mn-ea"/>
              </a:rPr>
              <a:t>또는</a:t>
            </a:r>
            <a:endParaRPr lang="en-US" altLang="ko-KR" dirty="0" smtClean="0">
              <a:latin typeface="+mn-ea"/>
              <a:ea typeface="+mn-ea"/>
            </a:endParaRPr>
          </a:p>
          <a:p>
            <a:pPr>
              <a:spcBef>
                <a:spcPct val="50000"/>
              </a:spcBef>
            </a:pPr>
            <a:r>
              <a:rPr lang="ko-KR" altLang="en-US" dirty="0" smtClean="0">
                <a:latin typeface="+mn-ea"/>
                <a:ea typeface="+mn-ea"/>
              </a:rPr>
              <a:t>   전체에 </a:t>
            </a:r>
            <a:r>
              <a:rPr lang="ko-KR" altLang="en-US" dirty="0">
                <a:latin typeface="+mn-ea"/>
                <a:ea typeface="+mn-ea"/>
              </a:rPr>
              <a:t>착용해 외부의 </a:t>
            </a:r>
            <a:r>
              <a:rPr lang="ko-KR" altLang="en-US" dirty="0" smtClean="0">
                <a:latin typeface="+mn-ea"/>
                <a:ea typeface="+mn-ea"/>
              </a:rPr>
              <a:t>유해</a:t>
            </a:r>
            <a:endParaRPr lang="en-US" altLang="ko-KR" dirty="0" smtClean="0">
              <a:latin typeface="+mn-ea"/>
              <a:ea typeface="+mn-ea"/>
            </a:endParaRPr>
          </a:p>
          <a:p>
            <a:pPr>
              <a:spcBef>
                <a:spcPct val="50000"/>
              </a:spcBef>
            </a:pP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 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위험요인을 차단하고 </a:t>
            </a:r>
            <a:r>
              <a:rPr lang="ko-KR" altLang="en-US" dirty="0" smtClean="0">
                <a:latin typeface="+mn-ea"/>
                <a:ea typeface="+mn-ea"/>
              </a:rPr>
              <a:t>피해의</a:t>
            </a:r>
            <a:endParaRPr lang="en-US" altLang="ko-KR" dirty="0" smtClean="0">
              <a:latin typeface="+mn-ea"/>
              <a:ea typeface="+mn-ea"/>
            </a:endParaRPr>
          </a:p>
          <a:p>
            <a:pPr>
              <a:spcBef>
                <a:spcPct val="50000"/>
              </a:spcBef>
            </a:pPr>
            <a:r>
              <a:rPr lang="ko-KR" altLang="en-US" dirty="0" smtClean="0">
                <a:latin typeface="+mn-ea"/>
                <a:ea typeface="+mn-ea"/>
              </a:rPr>
              <a:t>   </a:t>
            </a:r>
            <a:r>
              <a:rPr lang="ko-KR" altLang="en-US" dirty="0">
                <a:latin typeface="+mn-ea"/>
                <a:ea typeface="+mn-ea"/>
              </a:rPr>
              <a:t>정도를 줄여주는 </a:t>
            </a:r>
            <a:r>
              <a:rPr lang="ko-KR" altLang="en-US" dirty="0" smtClean="0">
                <a:latin typeface="+mn-ea"/>
                <a:ea typeface="+mn-ea"/>
              </a:rPr>
              <a:t>기구</a:t>
            </a:r>
            <a:endParaRPr lang="ko-KR" altLang="en-US" sz="2000" dirty="0">
              <a:latin typeface="+mn-ea"/>
              <a:ea typeface="+mn-ea"/>
            </a:endParaRP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5562601" y="2308611"/>
            <a:ext cx="1600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800" dirty="0">
                <a:solidFill>
                  <a:schemeClr val="accent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재해나 건강장해 방지</a:t>
            </a:r>
            <a:r>
              <a:rPr lang="en-US" altLang="ko-KR" sz="1800" dirty="0">
                <a:solidFill>
                  <a:schemeClr val="accent2"/>
                </a:solidFill>
                <a:latin typeface="Times New Roman" panose="02020603050405020304" pitchFamily="18" charset="0"/>
                <a:ea typeface="휴먼모음T" panose="02030504000101010101" pitchFamily="18" charset="-127"/>
              </a:rPr>
              <a:t>…</a:t>
            </a:r>
            <a:endParaRPr lang="en-US" altLang="ko-KR" sz="1800" dirty="0">
              <a:solidFill>
                <a:schemeClr val="accent2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8517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0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531" y="1543594"/>
            <a:ext cx="4495800" cy="4405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844731" y="1010194"/>
            <a:ext cx="7467600" cy="457200"/>
            <a:chOff x="672" y="864"/>
            <a:chExt cx="4704" cy="288"/>
          </a:xfrm>
        </p:grpSpPr>
        <p:pic>
          <p:nvPicPr>
            <p:cNvPr id="6" name="Picture 4" descr="하신영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나</a:t>
              </a:r>
              <a:r>
                <a:rPr lang="en-US" altLang="ko-KR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보호구의 </a:t>
              </a:r>
              <a:r>
                <a:rPr lang="ko-KR" altLang="en-US" sz="2200" dirty="0" err="1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구비요건</a:t>
              </a:r>
              <a:endParaRPr lang="ko-KR" altLang="en-US" sz="2200" dirty="0">
                <a:solidFill>
                  <a:srgbClr val="FFFF00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692331" y="1591219"/>
            <a:ext cx="7467600" cy="322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476250" indent="-3810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5033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1510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7987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4464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9036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3608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8180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2752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착용하여 작업하기 쉬울 것</a:t>
            </a:r>
          </a:p>
          <a:p>
            <a:pPr>
              <a:spcBef>
                <a:spcPct val="50000"/>
              </a:spcBef>
            </a:pPr>
            <a:r>
              <a:rPr lang="ko-KR" altLang="en-US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유해위험물로부터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보호성능이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                                           충분할 것</a:t>
            </a:r>
          </a:p>
          <a:p>
            <a:pPr>
              <a:spcBef>
                <a:spcPct val="50000"/>
              </a:spcBef>
            </a:pPr>
            <a:r>
              <a:rPr lang="ko-KR" altLang="en-US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사용되는 재료는 작업자에게                                            해로운 영향을 주지 않을 것</a:t>
            </a:r>
          </a:p>
          <a:p>
            <a:pPr>
              <a:spcBef>
                <a:spcPct val="50000"/>
              </a:spcBef>
            </a:pPr>
            <a:r>
              <a:rPr lang="ko-KR" altLang="en-US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마무리가 양호할 것</a:t>
            </a:r>
          </a:p>
          <a:p>
            <a:pPr>
              <a:spcBef>
                <a:spcPct val="50000"/>
              </a:spcBef>
            </a:pPr>
            <a:r>
              <a:rPr lang="ko-KR" altLang="en-US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외관이나 디자인이                                                              양호할 것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6026331" y="2534194"/>
            <a:ext cx="1447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800">
                <a:solidFill>
                  <a:schemeClr val="accent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착용하여 작업하기 쉬울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96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폴더안0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907" y="1719942"/>
            <a:ext cx="5111750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870857" y="957942"/>
            <a:ext cx="7467600" cy="457200"/>
            <a:chOff x="672" y="864"/>
            <a:chExt cx="4704" cy="288"/>
          </a:xfrm>
        </p:grpSpPr>
        <p:pic>
          <p:nvPicPr>
            <p:cNvPr id="4" name="Picture 4" descr="하신영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가</a:t>
              </a:r>
              <a:r>
                <a:rPr lang="en-US" altLang="ko-KR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안전모의 종류</a:t>
              </a:r>
            </a:p>
          </p:txBody>
        </p:sp>
      </p:grp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5214257" y="2329542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800">
                <a:solidFill>
                  <a:schemeClr val="accent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안전모의 종류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2090057" y="2450192"/>
            <a:ext cx="609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60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</a:t>
            </a:r>
            <a:r>
              <a:rPr lang="ko-KR" altLang="en-US" sz="160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형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3385457" y="3777342"/>
            <a:ext cx="914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60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ABE</a:t>
            </a:r>
            <a:r>
              <a:rPr lang="ko-KR" altLang="en-US" sz="160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형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2166257" y="3821792"/>
            <a:ext cx="762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60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AE</a:t>
            </a:r>
            <a:r>
              <a:rPr lang="ko-KR" altLang="en-US" sz="160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형</a:t>
            </a: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3690257" y="2405742"/>
            <a:ext cx="762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60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AB</a:t>
            </a:r>
            <a:r>
              <a:rPr lang="ko-KR" altLang="en-US" sz="160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2048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158240" y="905691"/>
            <a:ext cx="7467600" cy="457200"/>
            <a:chOff x="672" y="864"/>
            <a:chExt cx="4704" cy="288"/>
          </a:xfrm>
        </p:grpSpPr>
        <p:pic>
          <p:nvPicPr>
            <p:cNvPr id="3" name="Picture 3" descr="하신영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가</a:t>
              </a:r>
              <a:r>
                <a:rPr lang="en-US" altLang="ko-KR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안전모의 종류</a:t>
              </a:r>
            </a:p>
          </p:txBody>
        </p:sp>
      </p:grpSp>
      <p:graphicFrame>
        <p:nvGraphicFramePr>
          <p:cNvPr id="7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528976"/>
              </p:ext>
            </p:extLst>
          </p:nvPr>
        </p:nvGraphicFramePr>
        <p:xfrm>
          <a:off x="472440" y="1667691"/>
          <a:ext cx="8153400" cy="4100513"/>
        </p:xfrm>
        <a:graphic>
          <a:graphicData uri="http://schemas.openxmlformats.org/drawingml/2006/table">
            <a:tbl>
              <a:tblPr/>
              <a:tblGrid>
                <a:gridCol w="2352675">
                  <a:extLst>
                    <a:ext uri="{9D8B030D-6E8A-4147-A177-3AD203B41FA5}">
                      <a16:colId xmlns:a16="http://schemas.microsoft.com/office/drawing/2014/main" val="3753174183"/>
                    </a:ext>
                  </a:extLst>
                </a:gridCol>
                <a:gridCol w="4287838">
                  <a:extLst>
                    <a:ext uri="{9D8B030D-6E8A-4147-A177-3AD203B41FA5}">
                      <a16:colId xmlns:a16="http://schemas.microsoft.com/office/drawing/2014/main" val="3762248601"/>
                    </a:ext>
                  </a:extLst>
                </a:gridCol>
                <a:gridCol w="1512887">
                  <a:extLst>
                    <a:ext uri="{9D8B030D-6E8A-4147-A177-3AD203B41FA5}">
                      <a16:colId xmlns:a16="http://schemas.microsoft.com/office/drawing/2014/main" val="2978576448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종 류 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기 호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8EF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사 용 구 분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8EF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모체의 재질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8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312648"/>
                  </a:ext>
                </a:extLst>
              </a:tr>
              <a:tr h="823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낙하방지용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(A)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DEF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물체의 낙하 및 비래에 의한 위험을 방지 또는 경감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E2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합성수지 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금속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E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346392"/>
                  </a:ext>
                </a:extLst>
              </a:tr>
              <a:tr h="822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낙하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•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추락방지용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(AB)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DEF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물체의 낙하 또는 비래 및 추락에 의한 위험을 방지 또는 경감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E2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합성수지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E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782145"/>
                  </a:ext>
                </a:extLst>
              </a:tr>
              <a:tr h="823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낙하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•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감전방지용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(AE)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DEF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물체의 낙하 및 비래에 의한 위험을 방지 또는 경감하고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머리부위 감전에 의한 위험을 방지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E2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합성수지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E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103544"/>
                  </a:ext>
                </a:extLst>
              </a:tr>
              <a:tr h="1082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다목적용</a:t>
                      </a: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(ABE)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DEF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물체의 낙하 또는 비래 및 추락에 의한 위험을 방지 또는 경감하고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머리부위 감전에 의한 위험을 방지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E2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합성수지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E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19824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3902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  <p:pic>
        <p:nvPicPr>
          <p:cNvPr id="3" name="Picture 2" descr="무제-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228" y="2686594"/>
            <a:ext cx="5056188" cy="334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740228" y="1010194"/>
            <a:ext cx="7467600" cy="457200"/>
            <a:chOff x="672" y="864"/>
            <a:chExt cx="4704" cy="288"/>
          </a:xfrm>
        </p:grpSpPr>
        <p:pic>
          <p:nvPicPr>
            <p:cNvPr id="5" name="Picture 4" descr="하신영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나</a:t>
              </a:r>
              <a:r>
                <a:rPr lang="en-US" altLang="ko-KR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사용 및 관리방법</a:t>
              </a:r>
              <a:r>
                <a:rPr lang="en-US" altLang="ko-KR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(1)</a:t>
              </a:r>
            </a:p>
          </p:txBody>
        </p:sp>
      </p:grp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587828" y="1591219"/>
            <a:ext cx="7467600" cy="292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476250" indent="-3810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5033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1510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7987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4464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9036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3608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8180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2752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작업내용에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적합한 안전모 착용</a:t>
            </a:r>
          </a:p>
          <a:p>
            <a:pPr>
              <a:spcBef>
                <a:spcPct val="50000"/>
              </a:spcBef>
            </a:pPr>
            <a:r>
              <a:rPr lang="ko-KR" altLang="en-US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옥외작업자는 흰색의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FRP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또는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PC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수지로 된 안전모 착용</a:t>
            </a:r>
          </a:p>
          <a:p>
            <a:pPr>
              <a:spcBef>
                <a:spcPct val="50000"/>
              </a:spcBef>
            </a:pPr>
            <a:r>
              <a:rPr lang="ko-KR" altLang="en-US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사용되는 재료는 작업자에게 해로운 영향을                        주지 않을 것</a:t>
            </a:r>
          </a:p>
          <a:p>
            <a:pPr>
              <a:spcBef>
                <a:spcPct val="50000"/>
              </a:spcBef>
            </a:pPr>
            <a:r>
              <a:rPr lang="ko-KR" altLang="en-US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중량이 가벼운 것</a:t>
            </a:r>
          </a:p>
          <a:p>
            <a:pPr>
              <a:spcBef>
                <a:spcPct val="50000"/>
              </a:spcBef>
            </a:pPr>
            <a:r>
              <a:rPr lang="ko-KR" altLang="en-US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안전모 착용시                                                               반드시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턱끈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착용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3635828" y="3248569"/>
            <a:ext cx="9906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600">
                <a:solidFill>
                  <a:schemeClr val="accent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중량이  가벼운 것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7141028" y="3067594"/>
            <a:ext cx="9906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600">
                <a:solidFill>
                  <a:schemeClr val="accent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작업내용에 적합한 것</a:t>
            </a:r>
          </a:p>
        </p:txBody>
      </p:sp>
    </p:spTree>
    <p:extLst>
      <p:ext uri="{BB962C8B-B14F-4D97-AF65-F5344CB8AC3E}">
        <p14:creationId xmlns:p14="http://schemas.microsoft.com/office/powerpoint/2010/main" val="2630284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53440" y="1001485"/>
            <a:ext cx="7467600" cy="457200"/>
            <a:chOff x="672" y="864"/>
            <a:chExt cx="4704" cy="288"/>
          </a:xfrm>
        </p:grpSpPr>
        <p:pic>
          <p:nvPicPr>
            <p:cNvPr id="3" name="Picture 3" descr="하신영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나</a:t>
              </a:r>
              <a:r>
                <a:rPr lang="en-US" altLang="ko-KR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사용 및 관리방법</a:t>
              </a:r>
              <a:r>
                <a:rPr lang="en-US" altLang="ko-KR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(2)</a:t>
              </a:r>
            </a:p>
          </p:txBody>
        </p:sp>
      </p:grp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701040" y="1582510"/>
            <a:ext cx="7467600" cy="420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476250" indent="-3810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5033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1510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7987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4464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9036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3608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8180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2752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altLang="ko-KR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자신의 머리 크기에 맞도록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착장체의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머리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고정대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조절</a:t>
            </a:r>
            <a:endParaRPr lang="ko-KR" altLang="en-US" sz="2000" dirty="0">
              <a:solidFill>
                <a:srgbClr val="F20219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ko-KR" altLang="en-US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충격을 받은 안전모나 변형된 것은 폐기</a:t>
            </a:r>
          </a:p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ko-KR" altLang="en-US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모체에 구멍을 내지 않도록 함</a:t>
            </a:r>
          </a:p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ko-KR" altLang="en-US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착장제</a:t>
            </a:r>
            <a:r>
              <a:rPr lang="en-US" altLang="ko-KR" sz="20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0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내피</a:t>
            </a:r>
            <a:r>
              <a:rPr lang="en-US" altLang="ko-KR" sz="20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sz="20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는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최소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개월에 한번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60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도의 물에 비누나 세척제를 사용하여 세탁                                                         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합성수지 안전모는 스팀이나 뜨거운 물 사용 금지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</a:p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altLang="ko-KR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모체가 페인트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기름 등에 오염된 경우 강도에 영향이 없는 유기용제 등으로 세척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0802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무제-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772" y="2078355"/>
            <a:ext cx="4503737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923109" y="1097280"/>
            <a:ext cx="7467600" cy="457200"/>
            <a:chOff x="672" y="864"/>
            <a:chExt cx="4704" cy="288"/>
          </a:xfrm>
        </p:grpSpPr>
        <p:pic>
          <p:nvPicPr>
            <p:cNvPr id="4" name="Picture 4" descr="하신영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나</a:t>
              </a:r>
              <a:r>
                <a:rPr lang="en-US" altLang="ko-KR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사용 및 관리방법</a:t>
              </a:r>
              <a:r>
                <a:rPr lang="en-US" altLang="ko-KR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(3)</a:t>
              </a:r>
            </a:p>
          </p:txBody>
        </p:sp>
      </p:grp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770709" y="1678305"/>
            <a:ext cx="7467600" cy="3322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476250" indent="-3810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5033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1510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7987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4464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9036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3608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8180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2752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altLang="ko-KR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플라스틱 등 합성수지는 자외선 등에 의해                       균열 및 강도저하 등이 발생되므로                                    안전모의 탄성감소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,                                                          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색상변화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,                                                                  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균열 발생시 교체</a:t>
            </a:r>
          </a:p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ko-KR" altLang="en-US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자동차 뒷창문 등에                                                       보관 금지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노화 방지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7247709" y="2633980"/>
            <a:ext cx="12192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600">
                <a:solidFill>
                  <a:schemeClr val="accent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자외선에    의해 노화 진행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6088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870857" y="957942"/>
            <a:ext cx="7467600" cy="457200"/>
            <a:chOff x="672" y="864"/>
            <a:chExt cx="4704" cy="288"/>
          </a:xfrm>
        </p:grpSpPr>
        <p:pic>
          <p:nvPicPr>
            <p:cNvPr id="3" name="Picture 4" descr="하신영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 Box 5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가</a:t>
              </a:r>
              <a:r>
                <a:rPr lang="en-US" altLang="ko-KR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 dirty="0" err="1" smtClean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안전화의</a:t>
              </a:r>
              <a:r>
                <a:rPr lang="ko-KR" altLang="en-US" sz="2200" dirty="0" smtClean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r>
                <a:rPr lang="ko-KR" altLang="en-US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종류</a:t>
              </a:r>
            </a:p>
          </p:txBody>
        </p:sp>
      </p:grp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801" y="1542205"/>
            <a:ext cx="5226911" cy="46363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7211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38200" y="1023938"/>
            <a:ext cx="7467600" cy="457200"/>
            <a:chOff x="672" y="864"/>
            <a:chExt cx="4704" cy="288"/>
          </a:xfrm>
        </p:grpSpPr>
        <p:pic>
          <p:nvPicPr>
            <p:cNvPr id="3" name="Picture 3" descr="하신영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가</a:t>
              </a:r>
              <a:r>
                <a:rPr lang="en-US" altLang="ko-KR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 dirty="0" err="1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안전화의</a:t>
              </a:r>
              <a:r>
                <a:rPr lang="ko-KR" altLang="en-US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종류</a:t>
              </a:r>
            </a:p>
          </p:txBody>
        </p:sp>
      </p:grp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066800" y="1800225"/>
            <a:ext cx="7467600" cy="200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476250" indent="-381000" defTabSz="276225"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503363" indent="-457200" defTabSz="276225"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151063" indent="-457200" defTabSz="276225"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798763" indent="-457200" defTabSz="276225"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446463" indent="-457200" defTabSz="276225"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9036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3608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8180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2752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ko-KR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D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링의 위치</a:t>
            </a:r>
            <a:r>
              <a:rPr lang="ko-KR" altLang="en-US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                                                                    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작업자세 유지시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양 옆구리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(3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시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, 9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시 방향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)                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추락억제시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등 뒤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(12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시 방향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)                                   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사다리 승 </a:t>
            </a:r>
            <a:r>
              <a:rPr lang="en-US" altLang="ko-KR" sz="2000">
                <a:latin typeface="Times New Roman" panose="02020603050405020304" pitchFamily="18" charset="0"/>
              </a:rPr>
              <a:t>•</a:t>
            </a:r>
            <a:r>
              <a:rPr lang="en-US" altLang="ko-KR" sz="2000">
                <a:latin typeface="HY견고딕" panose="02030600000101010101" pitchFamily="18" charset="-127"/>
              </a:rPr>
              <a:t>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하강시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가슴 앞 부위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(0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시 방향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</a:p>
        </p:txBody>
      </p:sp>
      <p:graphicFrame>
        <p:nvGraphicFramePr>
          <p:cNvPr id="8" name="Group 35"/>
          <p:cNvGraphicFramePr>
            <a:graphicFrameLocks noGrp="1"/>
          </p:cNvGraphicFramePr>
          <p:nvPr/>
        </p:nvGraphicFramePr>
        <p:xfrm>
          <a:off x="838200" y="1981200"/>
          <a:ext cx="7467600" cy="3888487"/>
        </p:xfrm>
        <a:graphic>
          <a:graphicData uri="http://schemas.openxmlformats.org/drawingml/2006/table">
            <a:tbl>
              <a:tblPr/>
              <a:tblGrid>
                <a:gridCol w="2155825">
                  <a:extLst>
                    <a:ext uri="{9D8B030D-6E8A-4147-A177-3AD203B41FA5}">
                      <a16:colId xmlns:a16="http://schemas.microsoft.com/office/drawing/2014/main" val="4185465842"/>
                    </a:ext>
                  </a:extLst>
                </a:gridCol>
                <a:gridCol w="3925888">
                  <a:extLst>
                    <a:ext uri="{9D8B030D-6E8A-4147-A177-3AD203B41FA5}">
                      <a16:colId xmlns:a16="http://schemas.microsoft.com/office/drawing/2014/main" val="2222751312"/>
                    </a:ext>
                  </a:extLst>
                </a:gridCol>
                <a:gridCol w="1385887">
                  <a:extLst>
                    <a:ext uri="{9D8B030D-6E8A-4147-A177-3AD203B41FA5}">
                      <a16:colId xmlns:a16="http://schemas.microsoft.com/office/drawing/2014/main" val="2301126099"/>
                    </a:ext>
                  </a:extLst>
                </a:gridCol>
              </a:tblGrid>
              <a:tr h="628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종  류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8EF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기   능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8EF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등  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D8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51066"/>
                  </a:ext>
                </a:extLst>
              </a:tr>
              <a:tr h="1141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가죽제 안전화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DEF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물체의 낙하충격에 의한 위험방지 및 날카로운 것에 대한 찔림방지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E2FA"/>
                    </a:solidFill>
                  </a:tcPr>
                </a:tc>
                <a:tc row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중작업용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보통작업용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경작업용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E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285498"/>
                  </a:ext>
                </a:extLst>
              </a:tr>
              <a:tr h="628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고무제</a:t>
                      </a: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안전화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DEF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기본기능 및 방수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내화학성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E2FA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427441"/>
                  </a:ext>
                </a:extLst>
              </a:tr>
              <a:tr h="630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정전화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DEF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기본기능 및 정전기의 인체대전방지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E2FA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425704"/>
                  </a:ext>
                </a:extLst>
              </a:tr>
              <a:tr h="628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절연화 및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절연장화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DEF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기본기능 및 </a:t>
                      </a:r>
                      <a:r>
                        <a:rPr kumimoji="1" lang="ko-KR" alt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감전방지</a:t>
                      </a:r>
                      <a:endParaRPr kumimoji="1" lang="ko-KR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6E2FA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7612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4494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84069" y="1018903"/>
            <a:ext cx="7467600" cy="457200"/>
            <a:chOff x="672" y="864"/>
            <a:chExt cx="4704" cy="288"/>
          </a:xfrm>
        </p:grpSpPr>
        <p:pic>
          <p:nvPicPr>
            <p:cNvPr id="3" name="Picture 3" descr="하신영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가</a:t>
              </a:r>
              <a:r>
                <a:rPr lang="en-US" altLang="ko-KR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종류</a:t>
              </a:r>
            </a:p>
          </p:txBody>
        </p:sp>
      </p:grp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31669" y="1599928"/>
            <a:ext cx="7467600" cy="428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577850" indent="-482600" defTabSz="276225"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503363" indent="-457200" defTabSz="276225"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151063" indent="-457200" defTabSz="276225"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798763" indent="-457200" defTabSz="276225"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446463" indent="-457200" defTabSz="276225"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9036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3608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8180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2752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ko-KR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 err="1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작업등급</a:t>
            </a:r>
            <a:r>
              <a:rPr lang="ko-KR" altLang="en-US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</a:t>
            </a:r>
            <a:r>
              <a:rPr lang="en-US" altLang="ko-KR" sz="20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000" dirty="0" err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경작업용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금속선별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전기제품조립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화학품 선별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        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반응장치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운전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식품가공업 등 비교적 경량의 물체를       취급하는 작업장에서 사용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  </a:t>
            </a:r>
            <a:r>
              <a:rPr lang="en-US" altLang="ko-KR" sz="20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000" dirty="0" err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보통작업용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일반적으로 기계공업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금속가공업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운반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  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건축업 등 공구가공품을 손으로 취급하는 작업 및          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차량사업장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기계 등을 운전조작하는 일반작업장에서 사용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  </a:t>
            </a:r>
            <a:r>
              <a:rPr lang="en-US" altLang="ko-KR" sz="20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000" dirty="0" err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중작업용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광산에서 채광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철강업에서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원료취급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가공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 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강재취급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및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강재운반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건설업 등에서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중량물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운반작업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 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가공대상물의 중량이 큰 물체를 취급하는 작업장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849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92777" y="1088571"/>
            <a:ext cx="7467600" cy="457200"/>
            <a:chOff x="672" y="864"/>
            <a:chExt cx="4704" cy="288"/>
          </a:xfrm>
        </p:grpSpPr>
        <p:pic>
          <p:nvPicPr>
            <p:cNvPr id="3" name="Picture 3" descr="하신영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나</a:t>
              </a:r>
              <a:r>
                <a:rPr lang="en-US" altLang="ko-KR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사용 및 관리방법</a:t>
              </a:r>
            </a:p>
          </p:txBody>
        </p:sp>
      </p:grp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40377" y="1796596"/>
            <a:ext cx="7467600" cy="386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476250" indent="-381000" defTabSz="276225"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503363" indent="-457200" defTabSz="276225"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151063" indent="-457200" defTabSz="276225"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798763" indent="-457200" defTabSz="276225"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446463" indent="-457200" defTabSz="276225"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9036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3608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8180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2752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ko-KR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목이 긴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안전화는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신고 벗는데 편하도록 된 구조의 것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바닥이 미끄러운 곳에는 창의 마찰력이 큰 것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우레탄 소재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안전화는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고무에 비해 열과 기름에 약하므로  기름을 취급하거나 고열 등 화기취급 작업장에서는 사용을 피할 것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정전화를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신고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충전부에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접촉 금지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끈을 단단히 매고 꺾어 신지 말 것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발에 맞는 것을 착용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1554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폴더안0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223" y="2146663"/>
            <a:ext cx="4800600" cy="396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836023" y="1079863"/>
            <a:ext cx="7467600" cy="457200"/>
            <a:chOff x="672" y="864"/>
            <a:chExt cx="4704" cy="288"/>
          </a:xfrm>
        </p:grpSpPr>
        <p:pic>
          <p:nvPicPr>
            <p:cNvPr id="4" name="Picture 4" descr="하신영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나</a:t>
              </a:r>
              <a:r>
                <a:rPr lang="en-US" altLang="ko-KR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 dirty="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사용 및 관리방법</a:t>
              </a:r>
            </a:p>
          </p:txBody>
        </p:sp>
      </p:grp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5331823" y="6261463"/>
            <a:ext cx="3352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200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보호구의 착용 및 사용방법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683623" y="1660888"/>
            <a:ext cx="7467600" cy="209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476250" indent="-381000" defTabSz="276225"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503363" indent="-457200" defTabSz="276225"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151063" indent="-457200" defTabSz="276225"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798763" indent="-457200" defTabSz="276225"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446463" indent="-457200" defTabSz="276225"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9036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3608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8180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2752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663575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ko-KR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작업내용이나 목적에 적합한 것 선정 지급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가벼운 것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땀 발산 효과가 있는 것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디자인이나 색상이 좋은 것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4341223" y="4096113"/>
            <a:ext cx="1295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600">
                <a:solidFill>
                  <a:schemeClr val="accent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가벼운 것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7236823" y="3289663"/>
            <a:ext cx="1295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600">
                <a:solidFill>
                  <a:schemeClr val="accent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발에 맞는 것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4950823" y="2784838"/>
            <a:ext cx="12954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600">
                <a:solidFill>
                  <a:schemeClr val="accent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단단히 매어야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8409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무제-0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669" y="2342606"/>
            <a:ext cx="4724400" cy="3624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679269" y="1123406"/>
            <a:ext cx="7467600" cy="457200"/>
            <a:chOff x="672" y="864"/>
            <a:chExt cx="4704" cy="288"/>
          </a:xfrm>
        </p:grpSpPr>
        <p:pic>
          <p:nvPicPr>
            <p:cNvPr id="4" name="Picture 4" descr="하신영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가</a:t>
              </a:r>
              <a:r>
                <a:rPr lang="en-US" altLang="ko-KR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보호기능 및 종류</a:t>
              </a:r>
            </a:p>
          </p:txBody>
        </p:sp>
      </p:grp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526869" y="1580606"/>
            <a:ext cx="7467600" cy="3322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660400" indent="-56515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5033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1510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7987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4464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9036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3608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8180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2752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altLang="ko-KR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차광보안경</a:t>
            </a:r>
          </a:p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용도                                                                      눈에 해로운 자외선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,                                                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가시광선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적외선이                                                  발생하는 장소에서                                                     유해광선으로부터                                                        눈을 보호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6699069" y="2615656"/>
            <a:ext cx="1447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800">
                <a:solidFill>
                  <a:schemeClr val="accent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눈 및            안면보호구</a:t>
            </a:r>
            <a:r>
              <a:rPr lang="en-US" altLang="ko-KR" sz="1800">
                <a:solidFill>
                  <a:schemeClr val="accent2"/>
                </a:solidFill>
                <a:latin typeface="Times New Roman" panose="02020603050405020304" pitchFamily="18" charset="0"/>
                <a:ea typeface="휴먼모음T" panose="02030504000101010101" pitchFamily="18" charset="-127"/>
              </a:rPr>
              <a:t>…</a:t>
            </a:r>
            <a:endParaRPr lang="en-US" altLang="ko-KR" sz="1800">
              <a:solidFill>
                <a:schemeClr val="accent2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7761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36023" y="992777"/>
            <a:ext cx="7467600" cy="457200"/>
            <a:chOff x="672" y="864"/>
            <a:chExt cx="4704" cy="288"/>
          </a:xfrm>
        </p:grpSpPr>
        <p:pic>
          <p:nvPicPr>
            <p:cNvPr id="3" name="Picture 3" descr="하신영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가</a:t>
              </a:r>
              <a:r>
                <a:rPr lang="en-US" altLang="ko-KR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보호기능 및 종류</a:t>
              </a:r>
            </a:p>
          </p:txBody>
        </p:sp>
      </p:grp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683623" y="1449977"/>
            <a:ext cx="7467600" cy="179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660400" indent="-56515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5033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1510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7987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4464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9036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3608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8180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2752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ko-KR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차광보안경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사용작업                                                                      아아크용접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가스용접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열절단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용광로 주변작업 및       유해광선 발생작업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683623" y="3329577"/>
            <a:ext cx="7467600" cy="246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860425" indent="-765175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600200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247900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895600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543300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4000500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457700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914900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372100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갖추어야 할 기능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>
                <a:latin typeface="HY견고딕" panose="02030600000101010101" pitchFamily="18" charset="-127"/>
              </a:rPr>
              <a:t>       </a:t>
            </a:r>
            <a:r>
              <a:rPr lang="en-US" altLang="ko-KR" sz="2000">
                <a:latin typeface="Times New Roman" panose="02020603050405020304" pitchFamily="18" charset="0"/>
              </a:rPr>
              <a:t>•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유해한 자외선 차단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   </a:t>
            </a:r>
            <a:r>
              <a:rPr lang="en-US" altLang="ko-KR" sz="2000">
                <a:latin typeface="Times New Roman" panose="02020603050405020304" pitchFamily="18" charset="0"/>
              </a:rPr>
              <a:t>•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강렬한 가시광선을 약하게 하여 광원의 상태를             관측 가능하게 함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   </a:t>
            </a:r>
            <a:r>
              <a:rPr lang="en-US" altLang="ko-KR" sz="2000">
                <a:latin typeface="Times New Roman" panose="02020603050405020304" pitchFamily="18" charset="0"/>
              </a:rPr>
              <a:t>•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열작업에서 발생하는 적외선을 차단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2286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53440" y="1010195"/>
            <a:ext cx="7467600" cy="457200"/>
            <a:chOff x="672" y="864"/>
            <a:chExt cx="4704" cy="288"/>
          </a:xfrm>
        </p:grpSpPr>
        <p:pic>
          <p:nvPicPr>
            <p:cNvPr id="3" name="Picture 3" descr="하신영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가</a:t>
              </a:r>
              <a:r>
                <a:rPr lang="en-US" altLang="ko-KR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보호기능 및 종류</a:t>
              </a:r>
            </a:p>
          </p:txBody>
        </p:sp>
      </p:grp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701040" y="1467395"/>
            <a:ext cx="7467600" cy="106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660400" indent="-56515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5033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1510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7987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4464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9036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3608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8180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2752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ko-KR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용접보안면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용도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701040" y="2534195"/>
            <a:ext cx="7467600" cy="179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860425" indent="-765175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600200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247900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895600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543300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4000500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457700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914900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372100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ko-KR" sz="2000">
                <a:latin typeface="HY견고딕" panose="02030600000101010101" pitchFamily="18" charset="-127"/>
              </a:rPr>
              <a:t>       </a:t>
            </a:r>
            <a:r>
              <a:rPr lang="en-US" altLang="ko-KR" sz="2000">
                <a:latin typeface="Times New Roman" panose="02020603050405020304" pitchFamily="18" charset="0"/>
              </a:rPr>
              <a:t>•</a:t>
            </a:r>
            <a:r>
              <a:rPr lang="en-US" altLang="ko-KR" sz="2000">
                <a:latin typeface="HY견고딕" panose="02030600000101010101" pitchFamily="18" charset="-127"/>
              </a:rPr>
              <a:t>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아아크 및 가스용접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절단 작업 시 발생하는                유해광선으로부터 눈을 보호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>
                <a:latin typeface="HY견고딕" panose="02030600000101010101" pitchFamily="18" charset="-127"/>
              </a:rPr>
              <a:t>       </a:t>
            </a:r>
            <a:r>
              <a:rPr lang="en-US" altLang="ko-KR" sz="2000">
                <a:latin typeface="Times New Roman" panose="02020603050405020304" pitchFamily="18" charset="0"/>
              </a:rPr>
              <a:t>•</a:t>
            </a:r>
            <a:r>
              <a:rPr lang="en-US" altLang="ko-KR" sz="2000">
                <a:latin typeface="HY견고딕" panose="02030600000101010101" pitchFamily="18" charset="-127"/>
              </a:rPr>
              <a:t>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용접 시 발생하는 열에 의한 얼굴 및 목 부분의 열상이나 가열된 용재 등의 파편에 의한 화상으로부터 보호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701040" y="4366170"/>
            <a:ext cx="7467600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660400" indent="-56515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5033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1510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7987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4464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9036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3608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8180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2752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ko-KR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일반보안면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용도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   각종 비산물 및 유해한 액체로부터 안면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목 부위 보호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0155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0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158" y="1640251"/>
            <a:ext cx="3781425" cy="4468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896983" y="1079863"/>
            <a:ext cx="7467600" cy="457200"/>
            <a:chOff x="672" y="864"/>
            <a:chExt cx="4704" cy="288"/>
          </a:xfrm>
        </p:grpSpPr>
        <p:pic>
          <p:nvPicPr>
            <p:cNvPr id="4" name="Picture 4" descr="하신영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나</a:t>
              </a:r>
              <a:r>
                <a:rPr lang="en-US" altLang="ko-KR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구비조건 및 착용대상 작업</a:t>
              </a:r>
            </a:p>
          </p:txBody>
        </p:sp>
      </p:grp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744583" y="1537063"/>
            <a:ext cx="7467600" cy="355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660400" indent="-56515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5033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1510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7987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4464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9036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3608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8180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2752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ko-KR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구비조건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(1)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보안경은 모양에 따라                                                  특정한 위험에 대해서                                               적절한 보호 기능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가볍고 시야가 넓어                                                   착용했을 때 편안해야 함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보안경은 안경테의 각도와 길이를                                             조절할 수 있는 것이 좋음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6154783" y="2299063"/>
            <a:ext cx="1600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800">
                <a:solidFill>
                  <a:schemeClr val="accent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착용이 편안해야</a:t>
            </a:r>
            <a:r>
              <a:rPr lang="en-US" altLang="ko-KR" sz="1800">
                <a:solidFill>
                  <a:schemeClr val="accent2"/>
                </a:solidFill>
                <a:latin typeface="Times New Roman" panose="02020603050405020304" pitchFamily="18" charset="0"/>
                <a:ea typeface="휴먼모음T" panose="02030504000101010101" pitchFamily="18" charset="-127"/>
              </a:rPr>
              <a:t>…</a:t>
            </a:r>
            <a:endParaRPr lang="en-US" altLang="ko-KR" sz="1800">
              <a:solidFill>
                <a:schemeClr val="accent2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4618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219200" y="1219200"/>
            <a:ext cx="7467600" cy="457200"/>
            <a:chOff x="672" y="864"/>
            <a:chExt cx="4704" cy="288"/>
          </a:xfrm>
        </p:grpSpPr>
        <p:pic>
          <p:nvPicPr>
            <p:cNvPr id="3" name="Picture 3" descr="하신영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나</a:t>
              </a:r>
              <a:r>
                <a:rPr lang="en-US" altLang="ko-KR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구비조건 및 착용대상 작업</a:t>
              </a:r>
            </a:p>
          </p:txBody>
        </p:sp>
      </p:grp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066800" y="1676400"/>
            <a:ext cx="7467600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660400" indent="-56515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5033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1510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7987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4464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9036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3608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8180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2752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ko-KR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구비조건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(2)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견고하게 고정되어 착용자가 움직이더라도                   쉽게 벗겨지거나 움직이지 않아야 함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내구성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차광보안경과 보안면은 용접작업의 차광번호에             적합해야 함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착용자가 시력이 나쁠 경우 시력에 맞는 도수렌즈 지급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필요 시 복합기능을 갖춘 보안경 지급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예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일반안경 위에 고글 착용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안전모와 보안면 병행 착용 기능 등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2169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450237" y="1004893"/>
            <a:ext cx="7467600" cy="457200"/>
            <a:chOff x="672" y="864"/>
            <a:chExt cx="4704" cy="288"/>
          </a:xfrm>
        </p:grpSpPr>
        <p:pic>
          <p:nvPicPr>
            <p:cNvPr id="4" name="Picture 3" descr="하신영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나</a:t>
              </a:r>
              <a:r>
                <a:rPr lang="en-US" altLang="ko-KR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구비조건 및 착용대상 작업</a:t>
              </a:r>
            </a:p>
          </p:txBody>
        </p:sp>
      </p:grp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142568" y="1598023"/>
            <a:ext cx="746760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660400" indent="-56515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5033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1510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7987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4464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9036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3608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8180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2752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ko-KR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착용대상작업</a:t>
            </a:r>
          </a:p>
        </p:txBody>
      </p:sp>
      <p:graphicFrame>
        <p:nvGraphicFramePr>
          <p:cNvPr id="9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72787"/>
              </p:ext>
            </p:extLst>
          </p:nvPr>
        </p:nvGraphicFramePr>
        <p:xfrm>
          <a:off x="380568" y="2131423"/>
          <a:ext cx="8534400" cy="3960180"/>
        </p:xfrm>
        <a:graphic>
          <a:graphicData uri="http://schemas.openxmlformats.org/drawingml/2006/table">
            <a:tbl>
              <a:tblPr/>
              <a:tblGrid>
                <a:gridCol w="4497388">
                  <a:extLst>
                    <a:ext uri="{9D8B030D-6E8A-4147-A177-3AD203B41FA5}">
                      <a16:colId xmlns:a16="http://schemas.microsoft.com/office/drawing/2014/main" val="479802725"/>
                    </a:ext>
                  </a:extLst>
                </a:gridCol>
                <a:gridCol w="4037012">
                  <a:extLst>
                    <a:ext uri="{9D8B030D-6E8A-4147-A177-3AD203B41FA5}">
                      <a16:colId xmlns:a16="http://schemas.microsoft.com/office/drawing/2014/main" val="1697331288"/>
                    </a:ext>
                  </a:extLst>
                </a:gridCol>
              </a:tblGrid>
              <a:tr h="341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작업의 종류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261F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재해의 종류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26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937780"/>
                  </a:ext>
                </a:extLst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산소아세틸렌 불꽃용접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용단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용융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F2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스파크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해로운 빛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쇗물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비산물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243136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화공약품 작업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F2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유해액체의 비산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산에 의한 부식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유독연기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008130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절단작업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F2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비산물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21637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전기용접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F2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스파크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강한 불빛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유핵광선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017331"/>
                  </a:ext>
                </a:extLst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주물작업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F2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쇳물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열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불꽃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유해광선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90229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그라인딩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F2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비산물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511277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금속의 용융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F2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열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화염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유해광선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스파크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쇳물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627305"/>
                  </a:ext>
                </a:extLst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실험실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F2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화공약품의 비산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유리파편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452321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스파크 용접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F2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비산물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스파크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428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7447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  <p:pic>
        <p:nvPicPr>
          <p:cNvPr id="3" name="Picture 2" descr="00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9378" y="1249817"/>
            <a:ext cx="4267200" cy="354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687978" y="1045029"/>
            <a:ext cx="7467600" cy="457200"/>
            <a:chOff x="672" y="864"/>
            <a:chExt cx="4704" cy="288"/>
          </a:xfrm>
        </p:grpSpPr>
        <p:pic>
          <p:nvPicPr>
            <p:cNvPr id="5" name="Picture 4" descr="하신영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나</a:t>
              </a:r>
              <a:r>
                <a:rPr lang="en-US" altLang="ko-KR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구비조건 및 착용대상 작업</a:t>
              </a:r>
            </a:p>
          </p:txBody>
        </p:sp>
      </p:grp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535578" y="1502229"/>
            <a:ext cx="7467600" cy="444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660400" indent="-56515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5033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1510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7987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4464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9036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3608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8180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2752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ko-KR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사용 및 관리방법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차광보안경은 용접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용단작업 등에                                  적합한 차광번호를 선정 지급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가볍고 시야가 넓은 것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착용이 편안하고                                                         내구성이 있는 것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측사광 등이 나오는 경우                                           측판이 부착되어 있는 것이나 고글 사용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시력이 정상이 아닌 경우 도수렌즈를 지급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   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사용중 렌즈에 흠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더러움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깨짐이 있는지 점검하여 교체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6707778" y="1805442"/>
            <a:ext cx="137160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800">
                <a:solidFill>
                  <a:schemeClr val="accent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작업에 적합한 차광번호 지급</a:t>
            </a:r>
          </a:p>
        </p:txBody>
      </p:sp>
    </p:spTree>
    <p:extLst>
      <p:ext uri="{BB962C8B-B14F-4D97-AF65-F5344CB8AC3E}">
        <p14:creationId xmlns:p14="http://schemas.microsoft.com/office/powerpoint/2010/main" val="2514240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  <p:pic>
        <p:nvPicPr>
          <p:cNvPr id="3" name="Picture 2" descr="0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188" y="2044383"/>
            <a:ext cx="4419600" cy="3944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801188" y="1036320"/>
            <a:ext cx="7467600" cy="457200"/>
            <a:chOff x="672" y="864"/>
            <a:chExt cx="4704" cy="288"/>
          </a:xfrm>
        </p:grpSpPr>
        <p:pic>
          <p:nvPicPr>
            <p:cNvPr id="5" name="Picture 4" descr="하신영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가</a:t>
              </a:r>
              <a:r>
                <a:rPr lang="en-US" altLang="ko-KR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사용 및 관리방법</a:t>
              </a:r>
            </a:p>
          </p:txBody>
        </p:sp>
      </p:grp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648788" y="1493520"/>
            <a:ext cx="5486400" cy="447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476250" indent="-3810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5033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1510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7987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4464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9036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3608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8180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2752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ko-KR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소음수준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작업내용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개인의 상태에 따라 적합한 보호구 선정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ko-KR" altLang="en-US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오염되지 않도록 보관 및 사용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특히 귀마개 착용 시                                 더러운 손으로 만지거나                          이물질이 귀에 들어가지 않도록 주의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ko-KR" altLang="en-US" sz="2000" dirty="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귀마개는 불쾌감이나                           통증이 적은 재료로                               만든 것을 선정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-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고무 재질 보다                                    스폰지 재질이 비교적 좋음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5525588" y="2865120"/>
            <a:ext cx="1295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800">
                <a:solidFill>
                  <a:schemeClr val="accent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적합한   보호구 선정</a:t>
            </a:r>
          </a:p>
        </p:txBody>
      </p:sp>
    </p:spTree>
    <p:extLst>
      <p:ext uri="{BB962C8B-B14F-4D97-AF65-F5344CB8AC3E}">
        <p14:creationId xmlns:p14="http://schemas.microsoft.com/office/powerpoint/2010/main" val="3737042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  <p:pic>
        <p:nvPicPr>
          <p:cNvPr id="3" name="Picture 2" descr="0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968" y="1859099"/>
            <a:ext cx="4075112" cy="426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792480" y="1166949"/>
            <a:ext cx="7467600" cy="457200"/>
            <a:chOff x="672" y="864"/>
            <a:chExt cx="4704" cy="288"/>
          </a:xfrm>
        </p:grpSpPr>
        <p:pic>
          <p:nvPicPr>
            <p:cNvPr id="5" name="Picture 4" descr="하신영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가</a:t>
              </a:r>
              <a:r>
                <a:rPr lang="en-US" altLang="ko-KR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사용 및 관리방법</a:t>
              </a:r>
            </a:p>
          </p:txBody>
        </p:sp>
      </p:grp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640080" y="1624149"/>
            <a:ext cx="7467600" cy="381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476250" indent="-3810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5033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1510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7987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4464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9036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3608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8180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2752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ko-KR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귀마개는 소모성 재료로 필요하면                                    누구나 언제든지 교체 사용할 수                                          있도록 작업장 내에 비치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ko-KR" altLang="en-US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소음의 정도에 따라                                                      적정한 보호구 선택 착용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- 85~115dB :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귀마개 또는 귀덮개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- 110~120dB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이상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귀마개와                                           귀덮개 동시 착용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5364480" y="2309949"/>
            <a:ext cx="16764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800">
                <a:solidFill>
                  <a:schemeClr val="accent2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소음 정도에  따라 보호구가 달라져야</a:t>
            </a:r>
            <a:r>
              <a:rPr lang="en-US" altLang="ko-KR" sz="1800">
                <a:solidFill>
                  <a:schemeClr val="accent2"/>
                </a:solidFill>
                <a:latin typeface="Times New Roman" panose="02020603050405020304" pitchFamily="18" charset="0"/>
                <a:ea typeface="휴먼모음T" panose="02030504000101010101" pitchFamily="18" charset="-127"/>
              </a:rPr>
              <a:t>…</a:t>
            </a:r>
            <a:endParaRPr lang="en-US" altLang="ko-KR" sz="1800">
              <a:solidFill>
                <a:schemeClr val="accent2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0073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714102" y="1097280"/>
            <a:ext cx="7467600" cy="457200"/>
            <a:chOff x="672" y="864"/>
            <a:chExt cx="4704" cy="288"/>
          </a:xfrm>
        </p:grpSpPr>
        <p:pic>
          <p:nvPicPr>
            <p:cNvPr id="4" name="Picture 3" descr="하신영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4512" cy="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1152" y="864"/>
              <a:ext cx="4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가</a:t>
              </a:r>
              <a:r>
                <a:rPr lang="en-US" altLang="ko-KR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. </a:t>
              </a:r>
              <a:r>
                <a:rPr lang="ko-KR" altLang="en-US" sz="2200">
                  <a:solidFill>
                    <a:srgbClr val="FFFF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사용 및 관리방법</a:t>
              </a:r>
            </a:p>
          </p:txBody>
        </p:sp>
      </p:grp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561702" y="1678305"/>
            <a:ext cx="7467600" cy="383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0000" bIns="90000">
            <a:spAutoFit/>
          </a:bodyPr>
          <a:lstStyle>
            <a:lvl1pPr marL="476250" indent="-3810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15033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21510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27987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3446463" indent="-457200" defTabSz="276225"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39036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43608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48180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5275263" indent="-457200" defTabSz="276225" fontAlgn="base">
              <a:spcBef>
                <a:spcPct val="0"/>
              </a:spcBef>
              <a:spcAft>
                <a:spcPct val="0"/>
              </a:spcAft>
              <a:tabLst>
                <a:tab pos="374650" algn="l"/>
                <a:tab pos="114617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ko-KR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활동이 많은 작업인 경우에는 귀마개 착용                       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활동이 적은 경우에는 귀덮개 착용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ko-KR" altLang="en-US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중이염 등 귀에 이상이 있을 때는 귀덮개를 착용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ko-KR" altLang="en-US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귀마개 중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EP-1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형은 대화가 가능한 고음만을 차단시키므로 대화가 필요한 작업에 사용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ko-KR" altLang="en-US" sz="2000">
                <a:solidFill>
                  <a:srgbClr val="F2021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귀마개의 재질이 고무인 것 보다 스폰지가                       귀에 통증을 적게 유발함</a:t>
            </a:r>
          </a:p>
        </p:txBody>
      </p:sp>
    </p:spTree>
    <p:extLst>
      <p:ext uri="{BB962C8B-B14F-4D97-AF65-F5344CB8AC3E}">
        <p14:creationId xmlns:p14="http://schemas.microsoft.com/office/powerpoint/2010/main" val="9536669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685800" y="947420"/>
            <a:ext cx="7239000" cy="457200"/>
            <a:chOff x="528" y="864"/>
            <a:chExt cx="4560" cy="288"/>
          </a:xfrm>
        </p:grpSpPr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768" y="864"/>
              <a:ext cx="4320" cy="288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>
                  <a:solidFill>
                    <a:srgbClr val="0000CC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방진마스크</a:t>
              </a:r>
            </a:p>
          </p:txBody>
        </p:sp>
        <p:pic>
          <p:nvPicPr>
            <p:cNvPr id="7" name="Picture 7" descr="마크모양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912"/>
              <a:ext cx="190" cy="1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838200" y="1633220"/>
            <a:ext cx="70866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5763" indent="-385763" defTabSz="758825"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673100" defTabSz="758825"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758825"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758825"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758825"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758825" fontAlgn="base">
              <a:spcBef>
                <a:spcPct val="0"/>
              </a:spcBef>
              <a:spcAft>
                <a:spcPct val="0"/>
              </a:spcAft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758825" fontAlgn="base">
              <a:spcBef>
                <a:spcPct val="0"/>
              </a:spcBef>
              <a:spcAft>
                <a:spcPct val="0"/>
              </a:spcAft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758825" fontAlgn="base">
              <a:spcBef>
                <a:spcPct val="0"/>
              </a:spcBef>
              <a:spcAft>
                <a:spcPct val="0"/>
              </a:spcAft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758825" fontAlgn="base">
              <a:spcBef>
                <a:spcPct val="0"/>
              </a:spcBef>
              <a:spcAft>
                <a:spcPct val="0"/>
              </a:spcAft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ko-KR" b="1">
                <a:latin typeface="Times New Roman" panose="02020603050405020304" pitchFamily="18" charset="0"/>
                <a:ea typeface="HY울릉도L" pitchFamily="18" charset="-127"/>
              </a:rPr>
              <a:t> </a:t>
            </a:r>
            <a:r>
              <a:rPr lang="en-US" altLang="ko-KR" sz="2000">
                <a:solidFill>
                  <a:srgbClr val="FF33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▶</a:t>
            </a:r>
            <a:r>
              <a:rPr lang="en-US" altLang="ko-KR" b="1">
                <a:latin typeface="Times New Roman" panose="02020603050405020304" pitchFamily="18" charset="0"/>
                <a:ea typeface="HY울릉도L" pitchFamily="18" charset="-127"/>
              </a:rPr>
              <a:t> </a:t>
            </a:r>
            <a:r>
              <a:rPr lang="ko-KR" altLang="en-US" b="1">
                <a:solidFill>
                  <a:schemeClr val="accent2"/>
                </a:solidFill>
                <a:latin typeface="Times New Roman" panose="02020603050405020304" pitchFamily="18" charset="0"/>
                <a:ea typeface="HY울릉도L" pitchFamily="18" charset="-127"/>
              </a:rPr>
              <a:t>종류</a:t>
            </a:r>
          </a:p>
        </p:txBody>
      </p:sp>
      <p:pic>
        <p:nvPicPr>
          <p:cNvPr id="9" name="Picture 9" descr="보-2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422208"/>
            <a:ext cx="7086600" cy="246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600200" y="5074920"/>
            <a:ext cx="12954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5763" indent="-385763" defTabSz="758825"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673100" defTabSz="758825"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758825"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758825"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758825"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758825" fontAlgn="base">
              <a:spcBef>
                <a:spcPct val="0"/>
              </a:spcBef>
              <a:spcAft>
                <a:spcPct val="0"/>
              </a:spcAft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758825" fontAlgn="base">
              <a:spcBef>
                <a:spcPct val="0"/>
              </a:spcBef>
              <a:spcAft>
                <a:spcPct val="0"/>
              </a:spcAft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758825" fontAlgn="base">
              <a:spcBef>
                <a:spcPct val="0"/>
              </a:spcBef>
              <a:spcAft>
                <a:spcPct val="0"/>
              </a:spcAft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758825" fontAlgn="base">
              <a:spcBef>
                <a:spcPct val="0"/>
              </a:spcBef>
              <a:spcAft>
                <a:spcPct val="0"/>
              </a:spcAft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ko-KR" b="1">
                <a:latin typeface="Times New Roman" panose="02020603050405020304" pitchFamily="18" charset="0"/>
                <a:ea typeface="HY울릉도L" pitchFamily="18" charset="-127"/>
              </a:rPr>
              <a:t> </a:t>
            </a:r>
            <a:r>
              <a:rPr lang="ko-KR" altLang="en-US" sz="2000">
                <a:solidFill>
                  <a:srgbClr val="FF33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격리식</a:t>
            </a:r>
            <a:endParaRPr lang="ko-KR" altLang="en-US" b="1">
              <a:latin typeface="Times New Roman" panose="02020603050405020304" pitchFamily="18" charset="0"/>
              <a:ea typeface="HY울릉도L" pitchFamily="18" charset="-127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6248400" y="5074920"/>
            <a:ext cx="19050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5763" indent="-385763" defTabSz="758825"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673100" defTabSz="758825"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758825"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758825"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758825"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758825" fontAlgn="base">
              <a:spcBef>
                <a:spcPct val="0"/>
              </a:spcBef>
              <a:spcAft>
                <a:spcPct val="0"/>
              </a:spcAft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758825" fontAlgn="base">
              <a:spcBef>
                <a:spcPct val="0"/>
              </a:spcBef>
              <a:spcAft>
                <a:spcPct val="0"/>
              </a:spcAft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758825" fontAlgn="base">
              <a:spcBef>
                <a:spcPct val="0"/>
              </a:spcBef>
              <a:spcAft>
                <a:spcPct val="0"/>
              </a:spcAft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758825" fontAlgn="base">
              <a:spcBef>
                <a:spcPct val="0"/>
              </a:spcBef>
              <a:spcAft>
                <a:spcPct val="0"/>
              </a:spcAft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ko-KR" b="1">
                <a:latin typeface="Times New Roman" panose="02020603050405020304" pitchFamily="18" charset="0"/>
                <a:ea typeface="HY울릉도L" pitchFamily="18" charset="-127"/>
              </a:rPr>
              <a:t> </a:t>
            </a:r>
            <a:r>
              <a:rPr lang="ko-KR" altLang="en-US" sz="2000">
                <a:solidFill>
                  <a:srgbClr val="FF33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안면부 여과식</a:t>
            </a:r>
            <a:endParaRPr lang="ko-KR" altLang="en-US" b="1">
              <a:latin typeface="Times New Roman" panose="02020603050405020304" pitchFamily="18" charset="0"/>
              <a:ea typeface="HY울릉도L" pitchFamily="18" charset="-127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4114800" y="5074920"/>
            <a:ext cx="12954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5763" indent="-385763" defTabSz="758825"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673100" defTabSz="758825"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758825"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758825"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758825"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758825" fontAlgn="base">
              <a:spcBef>
                <a:spcPct val="0"/>
              </a:spcBef>
              <a:spcAft>
                <a:spcPct val="0"/>
              </a:spcAft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758825" fontAlgn="base">
              <a:spcBef>
                <a:spcPct val="0"/>
              </a:spcBef>
              <a:spcAft>
                <a:spcPct val="0"/>
              </a:spcAft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758825" fontAlgn="base">
              <a:spcBef>
                <a:spcPct val="0"/>
              </a:spcBef>
              <a:spcAft>
                <a:spcPct val="0"/>
              </a:spcAft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758825" fontAlgn="base">
              <a:spcBef>
                <a:spcPct val="0"/>
              </a:spcBef>
              <a:spcAft>
                <a:spcPct val="0"/>
              </a:spcAft>
              <a:tabLst>
                <a:tab pos="385763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ko-KR" b="1">
                <a:latin typeface="Times New Roman" panose="02020603050405020304" pitchFamily="18" charset="0"/>
                <a:ea typeface="HY울릉도L" pitchFamily="18" charset="-127"/>
              </a:rPr>
              <a:t> </a:t>
            </a:r>
            <a:r>
              <a:rPr lang="ko-KR" altLang="en-US" sz="2000">
                <a:solidFill>
                  <a:srgbClr val="FF33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직결식</a:t>
            </a:r>
            <a:endParaRPr lang="ko-KR" altLang="en-US" b="1">
              <a:latin typeface="Times New Roman" panose="02020603050405020304" pitchFamily="18" charset="0"/>
              <a:ea typeface="HY울릉도L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5630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685800" y="825500"/>
            <a:ext cx="7239000" cy="457200"/>
            <a:chOff x="528" y="864"/>
            <a:chExt cx="4560" cy="288"/>
          </a:xfrm>
        </p:grpSpPr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768" y="864"/>
              <a:ext cx="4320" cy="288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>
                  <a:solidFill>
                    <a:srgbClr val="0000CC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방진마스크</a:t>
              </a:r>
            </a:p>
          </p:txBody>
        </p:sp>
        <p:pic>
          <p:nvPicPr>
            <p:cNvPr id="7" name="Picture 7" descr="마크모양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912"/>
              <a:ext cx="190" cy="1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533400" y="1511300"/>
            <a:ext cx="8218714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 defTabSz="758825">
              <a:tabLst>
                <a:tab pos="47625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673100" defTabSz="758825">
              <a:tabLst>
                <a:tab pos="47625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758825">
              <a:tabLst>
                <a:tab pos="47625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758825">
              <a:tabLst>
                <a:tab pos="47625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758825">
              <a:tabLst>
                <a:tab pos="47625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758825" fontAlgn="base">
              <a:spcBef>
                <a:spcPct val="0"/>
              </a:spcBef>
              <a:spcAft>
                <a:spcPct val="0"/>
              </a:spcAft>
              <a:tabLst>
                <a:tab pos="47625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758825" fontAlgn="base">
              <a:spcBef>
                <a:spcPct val="0"/>
              </a:spcBef>
              <a:spcAft>
                <a:spcPct val="0"/>
              </a:spcAft>
              <a:tabLst>
                <a:tab pos="47625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758825" fontAlgn="base">
              <a:spcBef>
                <a:spcPct val="0"/>
              </a:spcBef>
              <a:spcAft>
                <a:spcPct val="0"/>
              </a:spcAft>
              <a:tabLst>
                <a:tab pos="47625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758825" fontAlgn="base">
              <a:spcBef>
                <a:spcPct val="0"/>
              </a:spcBef>
              <a:spcAft>
                <a:spcPct val="0"/>
              </a:spcAft>
              <a:tabLst>
                <a:tab pos="47625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ko-KR" b="1" dirty="0">
                <a:latin typeface="+mn-ea"/>
                <a:ea typeface="+mn-ea"/>
              </a:rPr>
              <a:t> </a:t>
            </a:r>
            <a:r>
              <a:rPr lang="en-US" altLang="ko-KR" sz="2000" dirty="0">
                <a:solidFill>
                  <a:srgbClr val="FF3300"/>
                </a:solidFill>
                <a:latin typeface="+mn-ea"/>
                <a:ea typeface="+mn-ea"/>
              </a:rPr>
              <a:t>▶</a:t>
            </a:r>
            <a:r>
              <a:rPr lang="en-US" altLang="ko-KR" b="1" dirty="0">
                <a:latin typeface="+mn-ea"/>
                <a:ea typeface="+mn-ea"/>
              </a:rPr>
              <a:t> </a:t>
            </a:r>
            <a:r>
              <a:rPr lang="ko-KR" altLang="en-US" b="1" dirty="0">
                <a:solidFill>
                  <a:schemeClr val="accent2"/>
                </a:solidFill>
                <a:latin typeface="+mn-ea"/>
                <a:ea typeface="+mn-ea"/>
              </a:rPr>
              <a:t>사용방법 및 관리</a:t>
            </a:r>
            <a:r>
              <a:rPr lang="en-US" altLang="ko-KR" b="1" dirty="0">
                <a:solidFill>
                  <a:schemeClr val="accent2"/>
                </a:solidFill>
                <a:latin typeface="+mn-ea"/>
                <a:ea typeface="+mn-ea"/>
              </a:rPr>
              <a:t>(1)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ko-KR" b="1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en-US" altLang="ko-KR" b="1" dirty="0">
                <a:latin typeface="+mn-ea"/>
                <a:ea typeface="+mn-ea"/>
              </a:rPr>
              <a:t>- </a:t>
            </a:r>
            <a:r>
              <a:rPr lang="ko-KR" altLang="en-US" b="1" dirty="0" err="1">
                <a:latin typeface="+mn-ea"/>
                <a:ea typeface="+mn-ea"/>
              </a:rPr>
              <a:t>사용전에</a:t>
            </a:r>
            <a:r>
              <a:rPr lang="ko-KR" altLang="en-US" b="1" dirty="0">
                <a:latin typeface="+mn-ea"/>
                <a:ea typeface="+mn-ea"/>
              </a:rPr>
              <a:t> </a:t>
            </a:r>
            <a:r>
              <a:rPr lang="ko-KR" altLang="en-US" b="1" dirty="0" err="1">
                <a:latin typeface="+mn-ea"/>
                <a:ea typeface="+mn-ea"/>
              </a:rPr>
              <a:t>배기밸브</a:t>
            </a:r>
            <a:r>
              <a:rPr lang="en-US" altLang="ko-KR" b="1" dirty="0">
                <a:latin typeface="+mn-ea"/>
                <a:ea typeface="+mn-ea"/>
              </a:rPr>
              <a:t>, </a:t>
            </a:r>
            <a:r>
              <a:rPr lang="ko-KR" altLang="en-US" b="1" dirty="0" err="1">
                <a:latin typeface="+mn-ea"/>
                <a:ea typeface="+mn-ea"/>
              </a:rPr>
              <a:t>흡기밸브의</a:t>
            </a:r>
            <a:r>
              <a:rPr lang="ko-KR" altLang="en-US" b="1" dirty="0">
                <a:latin typeface="+mn-ea"/>
                <a:ea typeface="+mn-ea"/>
              </a:rPr>
              <a:t> 기능과 </a:t>
            </a:r>
            <a:r>
              <a:rPr lang="ko-KR" altLang="en-US" b="1" dirty="0" err="1">
                <a:latin typeface="+mn-ea"/>
                <a:ea typeface="+mn-ea"/>
              </a:rPr>
              <a:t>공기누설</a:t>
            </a:r>
            <a:r>
              <a:rPr lang="ko-KR" altLang="en-US" b="1" dirty="0">
                <a:latin typeface="+mn-ea"/>
                <a:ea typeface="+mn-ea"/>
              </a:rPr>
              <a:t> </a:t>
            </a:r>
            <a:endParaRPr lang="en-US" altLang="ko-KR" b="1" dirty="0" smtClean="0">
              <a:latin typeface="+mn-ea"/>
              <a:ea typeface="+mn-ea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ko-KR" b="1" dirty="0">
                <a:latin typeface="+mn-ea"/>
                <a:ea typeface="+mn-ea"/>
              </a:rPr>
              <a:t> </a:t>
            </a:r>
            <a:r>
              <a:rPr lang="en-US" altLang="ko-KR" b="1" dirty="0" smtClean="0">
                <a:latin typeface="+mn-ea"/>
                <a:ea typeface="+mn-ea"/>
              </a:rPr>
              <a:t>     </a:t>
            </a:r>
            <a:r>
              <a:rPr lang="ko-KR" altLang="en-US" b="1" dirty="0" smtClean="0">
                <a:latin typeface="+mn-ea"/>
                <a:ea typeface="+mn-ea"/>
              </a:rPr>
              <a:t>여부 </a:t>
            </a:r>
            <a:r>
              <a:rPr lang="ko-KR" altLang="en-US" b="1" dirty="0">
                <a:latin typeface="+mn-ea"/>
                <a:ea typeface="+mn-ea"/>
              </a:rPr>
              <a:t>등을 점검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ko-KR" altLang="en-US" b="1" dirty="0">
                <a:latin typeface="+mn-ea"/>
                <a:ea typeface="+mn-ea"/>
              </a:rPr>
              <a:t>    </a:t>
            </a:r>
            <a:r>
              <a:rPr lang="en-US" altLang="ko-KR" b="1" dirty="0">
                <a:latin typeface="+mn-ea"/>
                <a:ea typeface="+mn-ea"/>
              </a:rPr>
              <a:t>- </a:t>
            </a:r>
            <a:r>
              <a:rPr lang="ko-KR" altLang="en-US" b="1" dirty="0" err="1">
                <a:latin typeface="+mn-ea"/>
                <a:ea typeface="+mn-ea"/>
              </a:rPr>
              <a:t>안면부를</a:t>
            </a:r>
            <a:r>
              <a:rPr lang="ko-KR" altLang="en-US" b="1" dirty="0">
                <a:latin typeface="+mn-ea"/>
                <a:ea typeface="+mn-ea"/>
              </a:rPr>
              <a:t> 얼굴에 밀착시킴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ko-KR" altLang="en-US" b="1" dirty="0">
                <a:latin typeface="+mn-ea"/>
                <a:ea typeface="+mn-ea"/>
              </a:rPr>
              <a:t>    </a:t>
            </a:r>
            <a:r>
              <a:rPr lang="en-US" altLang="ko-KR" b="1" dirty="0">
                <a:latin typeface="+mn-ea"/>
                <a:ea typeface="+mn-ea"/>
              </a:rPr>
              <a:t>- </a:t>
            </a:r>
            <a:r>
              <a:rPr lang="ko-KR" altLang="en-US" b="1" dirty="0" err="1">
                <a:latin typeface="+mn-ea"/>
                <a:ea typeface="+mn-ea"/>
              </a:rPr>
              <a:t>여과재는</a:t>
            </a:r>
            <a:r>
              <a:rPr lang="ko-KR" altLang="en-US" b="1" dirty="0">
                <a:latin typeface="+mn-ea"/>
                <a:ea typeface="+mn-ea"/>
              </a:rPr>
              <a:t> 건조한 상태에서 사용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ko-KR" altLang="en-US" b="1" dirty="0">
                <a:latin typeface="+mn-ea"/>
                <a:ea typeface="+mn-ea"/>
              </a:rPr>
              <a:t>    </a:t>
            </a:r>
            <a:r>
              <a:rPr lang="en-US" altLang="ko-KR" b="1" dirty="0">
                <a:latin typeface="+mn-ea"/>
                <a:ea typeface="+mn-ea"/>
              </a:rPr>
              <a:t>- </a:t>
            </a:r>
            <a:r>
              <a:rPr lang="ko-KR" altLang="en-US" b="1" dirty="0">
                <a:latin typeface="+mn-ea"/>
                <a:ea typeface="+mn-ea"/>
              </a:rPr>
              <a:t>필터는 수시로 분진을 제거하여 사용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ko-KR" altLang="en-US" b="1" dirty="0">
                <a:latin typeface="+mn-ea"/>
                <a:ea typeface="+mn-ea"/>
              </a:rPr>
              <a:t>    </a:t>
            </a:r>
            <a:r>
              <a:rPr lang="en-US" altLang="ko-KR" b="1" dirty="0">
                <a:latin typeface="+mn-ea"/>
                <a:ea typeface="+mn-ea"/>
              </a:rPr>
              <a:t>- </a:t>
            </a:r>
            <a:r>
              <a:rPr lang="ko-KR" altLang="en-US" b="1" dirty="0">
                <a:latin typeface="+mn-ea"/>
                <a:ea typeface="+mn-ea"/>
              </a:rPr>
              <a:t>알레르기성 습진 발생시 세수 후 붕산수로 도포함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ko-KR" altLang="en-US" b="1" dirty="0">
                <a:latin typeface="+mn-ea"/>
                <a:ea typeface="+mn-ea"/>
              </a:rPr>
              <a:t>    </a:t>
            </a:r>
            <a:r>
              <a:rPr lang="en-US" altLang="ko-KR" b="1" dirty="0">
                <a:latin typeface="+mn-ea"/>
                <a:ea typeface="+mn-ea"/>
              </a:rPr>
              <a:t>- </a:t>
            </a:r>
            <a:r>
              <a:rPr lang="ko-KR" altLang="en-US" b="1" dirty="0" err="1">
                <a:latin typeface="+mn-ea"/>
                <a:ea typeface="+mn-ea"/>
              </a:rPr>
              <a:t>안면부를</a:t>
            </a:r>
            <a:r>
              <a:rPr lang="ko-KR" altLang="en-US" b="1" dirty="0">
                <a:latin typeface="+mn-ea"/>
                <a:ea typeface="+mn-ea"/>
              </a:rPr>
              <a:t> </a:t>
            </a:r>
            <a:r>
              <a:rPr lang="ko-KR" altLang="en-US" b="1" dirty="0" err="1">
                <a:latin typeface="+mn-ea"/>
                <a:ea typeface="+mn-ea"/>
              </a:rPr>
              <a:t>손질시</a:t>
            </a:r>
            <a:r>
              <a:rPr lang="ko-KR" altLang="en-US" b="1" dirty="0">
                <a:latin typeface="+mn-ea"/>
                <a:ea typeface="+mn-ea"/>
              </a:rPr>
              <a:t> 중성세제를 사용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ko-KR" altLang="en-US" b="1" dirty="0">
                <a:latin typeface="+mn-ea"/>
                <a:ea typeface="+mn-ea"/>
              </a:rPr>
              <a:t>    </a:t>
            </a:r>
            <a:r>
              <a:rPr lang="en-US" altLang="ko-KR" b="1" dirty="0">
                <a:latin typeface="+mn-ea"/>
                <a:ea typeface="+mn-ea"/>
              </a:rPr>
              <a:t>- </a:t>
            </a:r>
            <a:r>
              <a:rPr lang="ko-KR" altLang="en-US" b="1" dirty="0">
                <a:latin typeface="+mn-ea"/>
                <a:ea typeface="+mn-ea"/>
              </a:rPr>
              <a:t>고무 등의 부분은 기름이나 </a:t>
            </a:r>
            <a:r>
              <a:rPr lang="ko-KR" altLang="en-US" b="1" dirty="0" err="1">
                <a:latin typeface="+mn-ea"/>
                <a:ea typeface="+mn-ea"/>
              </a:rPr>
              <a:t>유기용제에</a:t>
            </a:r>
            <a:r>
              <a:rPr lang="ko-KR" altLang="en-US" b="1" dirty="0">
                <a:latin typeface="+mn-ea"/>
                <a:ea typeface="+mn-ea"/>
              </a:rPr>
              <a:t> </a:t>
            </a:r>
            <a:r>
              <a:rPr lang="ko-KR" altLang="en-US" b="1" dirty="0" smtClean="0">
                <a:latin typeface="+mn-ea"/>
                <a:ea typeface="+mn-ea"/>
              </a:rPr>
              <a:t>약하므로</a:t>
            </a:r>
            <a:endParaRPr lang="en-US" altLang="ko-KR" b="1" dirty="0" smtClean="0">
              <a:latin typeface="+mn-ea"/>
              <a:ea typeface="+mn-ea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ko-KR" b="1" dirty="0">
                <a:latin typeface="+mn-ea"/>
                <a:ea typeface="+mn-ea"/>
              </a:rPr>
              <a:t> </a:t>
            </a:r>
            <a:r>
              <a:rPr lang="en-US" altLang="ko-KR" b="1" dirty="0" smtClean="0">
                <a:latin typeface="+mn-ea"/>
                <a:ea typeface="+mn-ea"/>
              </a:rPr>
              <a:t>    </a:t>
            </a:r>
            <a:r>
              <a:rPr lang="ko-KR" altLang="en-US" b="1" dirty="0" smtClean="0">
                <a:latin typeface="+mn-ea"/>
                <a:ea typeface="+mn-ea"/>
              </a:rPr>
              <a:t> </a:t>
            </a:r>
            <a:r>
              <a:rPr lang="ko-KR" altLang="en-US" b="1" dirty="0">
                <a:latin typeface="+mn-ea"/>
                <a:ea typeface="+mn-ea"/>
              </a:rPr>
              <a:t>접촉을 피하고</a:t>
            </a:r>
            <a:r>
              <a:rPr lang="en-US" altLang="ko-KR" b="1" dirty="0">
                <a:latin typeface="+mn-ea"/>
                <a:ea typeface="+mn-ea"/>
              </a:rPr>
              <a:t>, </a:t>
            </a:r>
            <a:r>
              <a:rPr lang="ko-KR" altLang="en-US" b="1" dirty="0">
                <a:latin typeface="+mn-ea"/>
                <a:ea typeface="+mn-ea"/>
              </a:rPr>
              <a:t>자외선에도 약하므로 직사광선을 피함</a:t>
            </a:r>
          </a:p>
        </p:txBody>
      </p:sp>
    </p:spTree>
    <p:extLst>
      <p:ext uri="{BB962C8B-B14F-4D97-AF65-F5344CB8AC3E}">
        <p14:creationId xmlns:p14="http://schemas.microsoft.com/office/powerpoint/2010/main" val="29406633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685800" y="825500"/>
            <a:ext cx="7239000" cy="457200"/>
            <a:chOff x="528" y="864"/>
            <a:chExt cx="4560" cy="288"/>
          </a:xfrm>
        </p:grpSpPr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768" y="864"/>
              <a:ext cx="4320" cy="288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>
                  <a:solidFill>
                    <a:srgbClr val="0000CC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방독마스크</a:t>
              </a:r>
            </a:p>
          </p:txBody>
        </p:sp>
        <p:pic>
          <p:nvPicPr>
            <p:cNvPr id="8" name="Picture 7" descr="마크모양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912"/>
              <a:ext cx="190" cy="1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838200" y="1511300"/>
            <a:ext cx="7162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 defTabSz="850900">
              <a:tabLst>
                <a:tab pos="37465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673100" defTabSz="850900">
              <a:tabLst>
                <a:tab pos="37465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850900">
              <a:tabLst>
                <a:tab pos="37465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850900">
              <a:tabLst>
                <a:tab pos="37465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850900">
              <a:tabLst>
                <a:tab pos="37465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850900" fontAlgn="base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850900" fontAlgn="base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850900" fontAlgn="base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850900" fontAlgn="base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ko-KR" b="1">
                <a:latin typeface="Times New Roman" panose="02020603050405020304" pitchFamily="18" charset="0"/>
                <a:ea typeface="HY울릉도L" pitchFamily="18" charset="-127"/>
              </a:rPr>
              <a:t> </a:t>
            </a:r>
            <a:r>
              <a:rPr lang="en-US" altLang="ko-KR" sz="2000">
                <a:solidFill>
                  <a:srgbClr val="FF33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▶</a:t>
            </a:r>
            <a:r>
              <a:rPr lang="en-US" altLang="ko-KR" b="1">
                <a:latin typeface="Times New Roman" panose="02020603050405020304" pitchFamily="18" charset="0"/>
                <a:ea typeface="HY울릉도L" pitchFamily="18" charset="-127"/>
              </a:rPr>
              <a:t> </a:t>
            </a:r>
            <a:r>
              <a:rPr lang="ko-KR" altLang="en-US" b="1">
                <a:solidFill>
                  <a:schemeClr val="accent2"/>
                </a:solidFill>
                <a:latin typeface="Times New Roman" panose="02020603050405020304" pitchFamily="18" charset="0"/>
                <a:ea typeface="HY울릉도L" pitchFamily="18" charset="-127"/>
              </a:rPr>
              <a:t>사용대상</a:t>
            </a:r>
            <a:endParaRPr lang="ko-KR" altLang="en-US" b="1">
              <a:latin typeface="HY울릉도L" pitchFamily="18" charset="-127"/>
              <a:ea typeface="HY울릉도L" pitchFamily="18" charset="-127"/>
            </a:endParaRPr>
          </a:p>
        </p:txBody>
      </p:sp>
      <p:graphicFrame>
        <p:nvGraphicFramePr>
          <p:cNvPr id="10" name="Group 9"/>
          <p:cNvGraphicFramePr>
            <a:graphicFrameLocks noGrp="1"/>
          </p:cNvGraphicFramePr>
          <p:nvPr/>
        </p:nvGraphicFramePr>
        <p:xfrm>
          <a:off x="952500" y="1981200"/>
          <a:ext cx="7277100" cy="3810002"/>
        </p:xfrm>
        <a:graphic>
          <a:graphicData uri="http://schemas.openxmlformats.org/drawingml/2006/table">
            <a:tbl>
              <a:tblPr/>
              <a:tblGrid>
                <a:gridCol w="1724025">
                  <a:extLst>
                    <a:ext uri="{9D8B030D-6E8A-4147-A177-3AD203B41FA5}">
                      <a16:colId xmlns:a16="http://schemas.microsoft.com/office/drawing/2014/main" val="3543768201"/>
                    </a:ext>
                  </a:extLst>
                </a:gridCol>
                <a:gridCol w="1914525">
                  <a:extLst>
                    <a:ext uri="{9D8B030D-6E8A-4147-A177-3AD203B41FA5}">
                      <a16:colId xmlns:a16="http://schemas.microsoft.com/office/drawing/2014/main" val="1039219983"/>
                    </a:ext>
                  </a:extLst>
                </a:gridCol>
                <a:gridCol w="3638550">
                  <a:extLst>
                    <a:ext uri="{9D8B030D-6E8A-4147-A177-3AD203B41FA5}">
                      <a16:colId xmlns:a16="http://schemas.microsoft.com/office/drawing/2014/main" val="3057780324"/>
                    </a:ext>
                  </a:extLst>
                </a:gridCol>
              </a:tblGrid>
              <a:tr h="446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종  류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정화통의 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대상 유해물질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404799"/>
                  </a:ext>
                </a:extLst>
              </a:tr>
              <a:tr h="790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유기가스용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E6F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흑색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E6F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유기용제</a:t>
                      </a:r>
                      <a:r>
                        <a:rPr kumimoji="1" lang="en-US" altLang="ko-K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, </a:t>
                      </a: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유기화합물 등의 가스 또는 증기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E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859471"/>
                  </a:ext>
                </a:extLst>
              </a:tr>
              <a:tr h="446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할로겐가스용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E6F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회색 및 흑색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E6F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할로겐 가스 또는 증기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E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443765"/>
                  </a:ext>
                </a:extLst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일산화탄소용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E6F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적색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E6F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일산화탄소 가스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E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801114"/>
                  </a:ext>
                </a:extLst>
              </a:tr>
              <a:tr h="446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암모니아용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E6F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녹색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E6F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암모니아 가스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E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211151"/>
                  </a:ext>
                </a:extLst>
              </a:tr>
              <a:tr h="446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아황산가스용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E6F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황적색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E6F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아황산가스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E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535201"/>
                  </a:ext>
                </a:extLst>
              </a:tr>
              <a:tr h="790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아황산 황용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E6F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백색 및 황적색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E6F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울릉도L" pitchFamily="18" charset="-127"/>
                          <a:ea typeface="HY울릉도L" pitchFamily="18" charset="-127"/>
                        </a:rPr>
                        <a:t>아황산가스 및 황의 증기 또는 분진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E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63725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79305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228600" y="1828800"/>
            <a:ext cx="8534400" cy="4800600"/>
            <a:chOff x="144" y="1152"/>
            <a:chExt cx="5376" cy="3024"/>
          </a:xfrm>
        </p:grpSpPr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576" y="1152"/>
              <a:ext cx="4656" cy="1344"/>
              <a:chOff x="576" y="1152"/>
              <a:chExt cx="4656" cy="1344"/>
            </a:xfrm>
          </p:grpSpPr>
          <p:pic>
            <p:nvPicPr>
              <p:cNvPr id="10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32" y="1200"/>
                <a:ext cx="1200" cy="9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kx="-3284103" algn="b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1" name="Picture 5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6" y="1152"/>
                <a:ext cx="1200" cy="9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kx="-3284103" algn="b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2" name="Text Box 6"/>
              <p:cNvSpPr txBox="1">
                <a:spLocks noChangeArrowheads="1"/>
              </p:cNvSpPr>
              <p:nvPr/>
            </p:nvSpPr>
            <p:spPr bwMode="auto">
              <a:xfrm>
                <a:off x="761" y="2136"/>
                <a:ext cx="83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kx="-3284103" algn="b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  <a:flatTx/>
              </a:bodyPr>
              <a:lstStyle/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ko-KR" b="0">
                    <a:solidFill>
                      <a:schemeClr val="tx1"/>
                    </a:solidFill>
                    <a:effectLst/>
                  </a:rPr>
                  <a:t>U</a:t>
                </a:r>
                <a:r>
                  <a:rPr lang="ko-KR" altLang="en-US" b="0">
                    <a:solidFill>
                      <a:schemeClr val="tx1"/>
                    </a:solidFill>
                    <a:effectLst/>
                  </a:rPr>
                  <a:t>자걸이</a:t>
                </a:r>
                <a:endParaRPr lang="ko-KR" altLang="en-US" sz="3200" b="0">
                  <a:solidFill>
                    <a:schemeClr val="tx1"/>
                  </a:solidFill>
                  <a:effectLst/>
                </a:endParaRPr>
              </a:p>
            </p:txBody>
          </p:sp>
          <p:pic>
            <p:nvPicPr>
              <p:cNvPr id="13" name="Picture 7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04" y="1200"/>
                <a:ext cx="1200" cy="9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kx="-3284103" algn="b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" name="Text Box 8"/>
              <p:cNvSpPr txBox="1">
                <a:spLocks noChangeArrowheads="1"/>
              </p:cNvSpPr>
              <p:nvPr/>
            </p:nvSpPr>
            <p:spPr bwMode="auto">
              <a:xfrm>
                <a:off x="2496" y="2208"/>
                <a:ext cx="8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kx="-3284103" algn="b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  <a:flatTx/>
              </a:bodyPr>
              <a:lstStyle/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ko-KR" altLang="en-US" b="0">
                    <a:solidFill>
                      <a:schemeClr val="tx1"/>
                    </a:solidFill>
                    <a:effectLst/>
                  </a:rPr>
                  <a:t>릴세이프</a:t>
                </a:r>
              </a:p>
            </p:txBody>
          </p:sp>
          <p:sp>
            <p:nvSpPr>
              <p:cNvPr id="15" name="Text Box 9"/>
              <p:cNvSpPr txBox="1">
                <a:spLocks noChangeArrowheads="1"/>
              </p:cNvSpPr>
              <p:nvPr/>
            </p:nvSpPr>
            <p:spPr bwMode="auto">
              <a:xfrm>
                <a:off x="4176" y="2208"/>
                <a:ext cx="8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kx="-3284103" algn="b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>
                <a:spAutoFit/>
                <a:flatTx/>
              </a:bodyPr>
              <a:lstStyle/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ko-KR" altLang="en-US" b="0">
                    <a:solidFill>
                      <a:schemeClr val="tx1"/>
                    </a:solidFill>
                    <a:effectLst/>
                  </a:rPr>
                  <a:t>안전그네</a:t>
                </a:r>
              </a:p>
            </p:txBody>
          </p:sp>
        </p:grpSp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624" y="2622"/>
              <a:ext cx="4608" cy="10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kx="-3284103" algn="b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  <a:flatTx/>
            </a:bodyPr>
            <a:lstStyle/>
            <a:p>
              <a:pPr>
                <a:spcBef>
                  <a:spcPct val="50000"/>
                </a:spcBef>
                <a:buFontTx/>
                <a:buNone/>
              </a:pPr>
              <a:r>
                <a:rPr lang="ko-KR" altLang="en-US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■ 부품의 강도</a:t>
              </a:r>
              <a:endParaRPr lang="ko-KR" altLang="en-US" b="0" dirty="0">
                <a:solidFill>
                  <a:schemeClr val="tx1"/>
                </a:solidFill>
                <a:effectLst/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ko-KR" altLang="en-US" dirty="0" smtClean="0">
                  <a:solidFill>
                    <a:schemeClr val="tx1"/>
                  </a:solidFill>
                  <a:effectLst/>
                </a:rPr>
                <a:t> - 벨트</a:t>
              </a:r>
              <a:r>
                <a:rPr lang="ko-KR" altLang="en-US" dirty="0">
                  <a:solidFill>
                    <a:schemeClr val="tx1"/>
                  </a:solidFill>
                  <a:effectLst/>
                </a:rPr>
                <a:t>,동체대기벨트:1,500</a:t>
              </a:r>
              <a:r>
                <a:rPr lang="en-US" altLang="ko-KR" dirty="0">
                  <a:solidFill>
                    <a:schemeClr val="tx1"/>
                  </a:solidFill>
                  <a:effectLst/>
                </a:rPr>
                <a:t>kg</a:t>
              </a:r>
              <a:r>
                <a:rPr lang="ko-KR" altLang="en-US" dirty="0">
                  <a:solidFill>
                    <a:schemeClr val="tx1"/>
                  </a:solidFill>
                  <a:effectLst/>
                </a:rPr>
                <a:t>의 </a:t>
              </a:r>
              <a:r>
                <a:rPr lang="ko-KR" altLang="en-US" dirty="0" err="1">
                  <a:solidFill>
                    <a:schemeClr val="tx1"/>
                  </a:solidFill>
                  <a:effectLst/>
                </a:rPr>
                <a:t>인장하중에</a:t>
              </a:r>
              <a:r>
                <a:rPr lang="ko-KR" altLang="en-US" dirty="0">
                  <a:solidFill>
                    <a:schemeClr val="tx1"/>
                  </a:solidFill>
                  <a:effectLst/>
                </a:rPr>
                <a:t> 견딜 것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ko-KR" altLang="en-US" dirty="0" smtClean="0">
                  <a:solidFill>
                    <a:schemeClr val="tx1"/>
                  </a:solidFill>
                  <a:effectLst/>
                </a:rPr>
                <a:t> - 로프 </a:t>
              </a:r>
              <a:r>
                <a:rPr lang="ko-KR" altLang="en-US" dirty="0">
                  <a:solidFill>
                    <a:schemeClr val="tx1"/>
                  </a:solidFill>
                  <a:effectLst/>
                </a:rPr>
                <a:t>및 </a:t>
              </a:r>
              <a:r>
                <a:rPr lang="ko-KR" altLang="en-US" dirty="0" err="1">
                  <a:solidFill>
                    <a:schemeClr val="tx1"/>
                  </a:solidFill>
                  <a:effectLst/>
                </a:rPr>
                <a:t>지지로프</a:t>
              </a:r>
              <a:r>
                <a:rPr lang="ko-KR" altLang="en-US" dirty="0">
                  <a:solidFill>
                    <a:schemeClr val="tx1"/>
                  </a:solidFill>
                  <a:effectLst/>
                </a:rPr>
                <a:t>: 2,300</a:t>
              </a:r>
              <a:r>
                <a:rPr lang="en-US" altLang="ko-KR" dirty="0">
                  <a:solidFill>
                    <a:schemeClr val="tx1"/>
                  </a:solidFill>
                  <a:effectLst/>
                </a:rPr>
                <a:t>kg</a:t>
              </a:r>
              <a:r>
                <a:rPr lang="ko-KR" altLang="en-US" dirty="0">
                  <a:solidFill>
                    <a:schemeClr val="tx1"/>
                  </a:solidFill>
                  <a:effectLst/>
                </a:rPr>
                <a:t>의 </a:t>
              </a:r>
              <a:r>
                <a:rPr lang="ko-KR" altLang="en-US" dirty="0" err="1">
                  <a:solidFill>
                    <a:schemeClr val="tx1"/>
                  </a:solidFill>
                  <a:effectLst/>
                </a:rPr>
                <a:t>인장하중에</a:t>
              </a:r>
              <a:r>
                <a:rPr lang="ko-KR" altLang="en-US" dirty="0">
                  <a:solidFill>
                    <a:schemeClr val="tx1"/>
                  </a:solidFill>
                  <a:effectLst/>
                </a:rPr>
                <a:t> 견딜 것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ko-KR" altLang="en-US" dirty="0">
                  <a:solidFill>
                    <a:schemeClr val="tx1"/>
                  </a:solidFill>
                  <a:effectLst/>
                </a:rPr>
                <a:t> </a:t>
              </a:r>
              <a:r>
                <a:rPr lang="ko-KR" altLang="en-US" dirty="0" smtClean="0">
                  <a:solidFill>
                    <a:schemeClr val="tx1"/>
                  </a:solidFill>
                  <a:effectLst/>
                </a:rPr>
                <a:t>- </a:t>
              </a:r>
              <a:r>
                <a:rPr lang="ko-KR" altLang="en-US" dirty="0" err="1" smtClean="0">
                  <a:solidFill>
                    <a:schemeClr val="tx1"/>
                  </a:solidFill>
                  <a:effectLst/>
                </a:rPr>
                <a:t>링</a:t>
              </a:r>
              <a:r>
                <a:rPr lang="ko-KR" altLang="en-US" dirty="0" err="1">
                  <a:solidFill>
                    <a:schemeClr val="tx1"/>
                  </a:solidFill>
                  <a:effectLst/>
                </a:rPr>
                <a:t>,각</a:t>
              </a:r>
              <a:r>
                <a:rPr lang="ko-KR" altLang="en-US" dirty="0">
                  <a:solidFill>
                    <a:schemeClr val="tx1"/>
                  </a:solidFill>
                  <a:effectLst/>
                </a:rPr>
                <a:t> 링, 8자형 링: 1,150</a:t>
              </a:r>
              <a:r>
                <a:rPr lang="en-US" altLang="ko-KR" dirty="0">
                  <a:solidFill>
                    <a:schemeClr val="tx1"/>
                  </a:solidFill>
                  <a:effectLst/>
                </a:rPr>
                <a:t>kg</a:t>
              </a:r>
              <a:r>
                <a:rPr lang="ko-KR" altLang="en-US" dirty="0">
                  <a:solidFill>
                    <a:schemeClr val="tx1"/>
                  </a:solidFill>
                  <a:effectLst/>
                </a:rPr>
                <a:t>의 </a:t>
              </a:r>
              <a:r>
                <a:rPr lang="ko-KR" altLang="en-US" dirty="0" err="1">
                  <a:solidFill>
                    <a:schemeClr val="tx1"/>
                  </a:solidFill>
                  <a:effectLst/>
                </a:rPr>
                <a:t>인장하중에</a:t>
              </a:r>
              <a:r>
                <a:rPr lang="ko-KR" altLang="en-US" dirty="0">
                  <a:solidFill>
                    <a:schemeClr val="tx1"/>
                  </a:solidFill>
                  <a:effectLst/>
                </a:rPr>
                <a:t> 견딜 것</a:t>
              </a:r>
              <a:endParaRPr lang="ko-KR" altLang="en-US" b="0" dirty="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9" name="Line 12"/>
            <p:cNvSpPr>
              <a:spLocks noChangeShapeType="1"/>
            </p:cNvSpPr>
            <p:nvPr/>
          </p:nvSpPr>
          <p:spPr bwMode="auto">
            <a:xfrm>
              <a:off x="144" y="4176"/>
              <a:ext cx="5376" cy="0"/>
            </a:xfrm>
            <a:prstGeom prst="line">
              <a:avLst/>
            </a:prstGeom>
            <a:noFill/>
            <a:ln w="5715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6" name="Group 5"/>
          <p:cNvGrpSpPr>
            <a:grpSpLocks/>
          </p:cNvGrpSpPr>
          <p:nvPr/>
        </p:nvGrpSpPr>
        <p:grpSpPr bwMode="auto">
          <a:xfrm>
            <a:off x="685800" y="947420"/>
            <a:ext cx="7239000" cy="381000"/>
            <a:chOff x="528" y="864"/>
            <a:chExt cx="4560" cy="240"/>
          </a:xfrm>
        </p:grpSpPr>
        <p:sp>
          <p:nvSpPr>
            <p:cNvPr id="17" name="Text Box 6"/>
            <p:cNvSpPr txBox="1">
              <a:spLocks noChangeArrowheads="1"/>
            </p:cNvSpPr>
            <p:nvPr/>
          </p:nvSpPr>
          <p:spPr bwMode="auto">
            <a:xfrm>
              <a:off x="768" y="864"/>
              <a:ext cx="4320" cy="233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mtClean="0">
                  <a:solidFill>
                    <a:srgbClr val="0000CC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안전대의</a:t>
              </a:r>
              <a:r>
                <a:rPr lang="ko-KR" altLang="en-US" dirty="0" smtClean="0">
                  <a:solidFill>
                    <a:srgbClr val="0000CC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종류</a:t>
              </a:r>
              <a:endParaRPr lang="ko-KR" altLang="en-US" dirty="0">
                <a:solidFill>
                  <a:srgbClr val="0000CC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pic>
          <p:nvPicPr>
            <p:cNvPr id="18" name="Picture 7" descr="마크모양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912"/>
              <a:ext cx="190" cy="1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0651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380568" y="1863932"/>
            <a:ext cx="8686800" cy="360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-3284103" algn="b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  <a:flatTx/>
          </a:bodyPr>
          <a:lstStyle/>
          <a:p>
            <a:pPr>
              <a:spcBef>
                <a:spcPct val="50000"/>
              </a:spcBef>
            </a:pPr>
            <a:r>
              <a:rPr lang="ko-KR" altLang="en-US" b="0" dirty="0">
                <a:solidFill>
                  <a:schemeClr val="tx1"/>
                </a:solidFill>
                <a:effectLst/>
              </a:rPr>
              <a:t> </a:t>
            </a:r>
            <a:r>
              <a:rPr lang="ko-KR" altLang="en-US" b="0" dirty="0" smtClean="0">
                <a:solidFill>
                  <a:schemeClr val="tx1"/>
                </a:solidFill>
                <a:effectLst/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  <a:effectLst/>
              </a:rPr>
              <a:t>추락사고는 </a:t>
            </a:r>
            <a:r>
              <a:rPr lang="ko-KR" altLang="en-US" dirty="0">
                <a:solidFill>
                  <a:schemeClr val="tx1"/>
                </a:solidFill>
                <a:effectLst/>
              </a:rPr>
              <a:t>중대재해를 유발하므로 높은 곳에서 작업할  때는</a:t>
            </a:r>
            <a:endParaRPr lang="en-US" altLang="ko-KR" dirty="0">
              <a:solidFill>
                <a:schemeClr val="tx1"/>
              </a:solidFill>
              <a:effectLst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ko-KR" altLang="en-US" dirty="0">
                <a:solidFill>
                  <a:schemeClr val="tx1"/>
                </a:solidFill>
                <a:effectLst/>
              </a:rPr>
              <a:t>  </a:t>
            </a:r>
            <a:r>
              <a:rPr lang="ko-KR" altLang="en-US" dirty="0" err="1" smtClean="0">
                <a:solidFill>
                  <a:schemeClr val="tx1"/>
                </a:solidFill>
                <a:effectLst/>
              </a:rPr>
              <a:t>추락방지를</a:t>
            </a:r>
            <a:r>
              <a:rPr lang="ko-KR" altLang="en-US" dirty="0" smtClean="0">
                <a:solidFill>
                  <a:schemeClr val="tx1"/>
                </a:solidFill>
                <a:effectLst/>
              </a:rPr>
              <a:t> </a:t>
            </a:r>
            <a:r>
              <a:rPr lang="ko-KR" altLang="en-US" dirty="0">
                <a:solidFill>
                  <a:schemeClr val="tx1"/>
                </a:solidFill>
                <a:effectLst/>
              </a:rPr>
              <a:t>위한 안전조치를  취하여 </a:t>
            </a:r>
            <a:r>
              <a:rPr lang="ko-KR" altLang="en-US" dirty="0" err="1">
                <a:solidFill>
                  <a:schemeClr val="tx1"/>
                </a:solidFill>
                <a:effectLst/>
              </a:rPr>
              <a:t>설비적인</a:t>
            </a:r>
            <a:r>
              <a:rPr lang="ko-KR" altLang="en-US" dirty="0">
                <a:solidFill>
                  <a:schemeClr val="tx1"/>
                </a:solidFill>
                <a:effectLst/>
              </a:rPr>
              <a:t>  측면의   안전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ko-KR" altLang="en-US" dirty="0">
                <a:solidFill>
                  <a:schemeClr val="tx1"/>
                </a:solidFill>
                <a:effectLst/>
              </a:rPr>
              <a:t>  조치가 곤란할 경우는 </a:t>
            </a:r>
            <a:r>
              <a:rPr lang="ko-KR" altLang="en-US" dirty="0" err="1">
                <a:solidFill>
                  <a:schemeClr val="tx1"/>
                </a:solidFill>
                <a:effectLst/>
              </a:rPr>
              <a:t>안전대를</a:t>
            </a:r>
            <a:r>
              <a:rPr lang="ko-KR" altLang="en-US" dirty="0">
                <a:solidFill>
                  <a:schemeClr val="tx1"/>
                </a:solidFill>
                <a:effectLst/>
              </a:rPr>
              <a:t> 착용하여 위험을 </a:t>
            </a:r>
            <a:r>
              <a:rPr lang="ko-KR" altLang="en-US" dirty="0" err="1">
                <a:solidFill>
                  <a:schemeClr val="tx1"/>
                </a:solidFill>
                <a:effectLst/>
              </a:rPr>
              <a:t>위험을</a:t>
            </a:r>
            <a:r>
              <a:rPr lang="ko-KR" altLang="en-US" dirty="0">
                <a:solidFill>
                  <a:schemeClr val="tx1"/>
                </a:solidFill>
                <a:effectLst/>
              </a:rPr>
              <a:t> 최소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ko-KR" altLang="en-US" dirty="0">
                <a:solidFill>
                  <a:schemeClr val="tx1"/>
                </a:solidFill>
                <a:effectLst/>
              </a:rPr>
              <a:t>  </a:t>
            </a:r>
            <a:r>
              <a:rPr lang="ko-KR" altLang="en-US" dirty="0" smtClean="0">
                <a:solidFill>
                  <a:schemeClr val="tx1"/>
                </a:solidFill>
                <a:effectLst/>
              </a:rPr>
              <a:t>화 </a:t>
            </a:r>
            <a:r>
              <a:rPr lang="ko-KR" altLang="en-US" dirty="0">
                <a:solidFill>
                  <a:schemeClr val="tx1"/>
                </a:solidFill>
                <a:effectLst/>
              </a:rPr>
              <a:t>하여야 한다. </a:t>
            </a:r>
            <a:r>
              <a:rPr lang="ko-KR" altLang="en-US" strike="sngStrike" dirty="0">
                <a:solidFill>
                  <a:schemeClr val="tx1"/>
                </a:solidFill>
                <a:effectLst/>
              </a:rPr>
              <a:t>(</a:t>
            </a:r>
            <a:r>
              <a:rPr lang="ko-KR" altLang="en-US" strike="sngStrike" dirty="0" err="1">
                <a:solidFill>
                  <a:schemeClr val="tx1"/>
                </a:solidFill>
                <a:effectLst/>
              </a:rPr>
              <a:t>추락위험이</a:t>
            </a:r>
            <a:r>
              <a:rPr lang="ko-KR" altLang="en-US" strike="sngStrike" dirty="0">
                <a:solidFill>
                  <a:schemeClr val="tx1"/>
                </a:solidFill>
                <a:effectLst/>
              </a:rPr>
              <a:t> 있는  2</a:t>
            </a:r>
            <a:r>
              <a:rPr lang="en-US" altLang="ko-KR" strike="sngStrike" dirty="0">
                <a:solidFill>
                  <a:schemeClr val="tx1"/>
                </a:solidFill>
                <a:effectLst/>
              </a:rPr>
              <a:t>m </a:t>
            </a:r>
            <a:r>
              <a:rPr lang="ko-KR" altLang="en-US" strike="sngStrike" dirty="0">
                <a:solidFill>
                  <a:schemeClr val="tx1"/>
                </a:solidFill>
                <a:effectLst/>
              </a:rPr>
              <a:t>이상 </a:t>
            </a:r>
            <a:r>
              <a:rPr lang="ko-KR" altLang="en-US" strike="sngStrike" dirty="0" err="1">
                <a:solidFill>
                  <a:schemeClr val="tx1"/>
                </a:solidFill>
                <a:effectLst/>
              </a:rPr>
              <a:t>작업시</a:t>
            </a:r>
            <a:r>
              <a:rPr lang="ko-KR" altLang="en-US" strike="sngStrike" dirty="0">
                <a:solidFill>
                  <a:schemeClr val="tx1"/>
                </a:solidFill>
                <a:effectLst/>
              </a:rPr>
              <a:t> 착용)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ko-KR" altLang="en-US" sz="3200" b="0" dirty="0">
                <a:solidFill>
                  <a:schemeClr val="tx1"/>
                </a:solidFill>
                <a:effectLst/>
              </a:rPr>
              <a:t>  </a:t>
            </a:r>
            <a:r>
              <a:rPr lang="ko-KR" altLang="en-US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■ 복부에 미치는 충격력의 </a:t>
            </a:r>
            <a:r>
              <a:rPr lang="ko-KR" altLang="en-US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안전한계</a:t>
            </a:r>
            <a:endParaRPr lang="ko-KR" altLang="en-US" b="0" dirty="0">
              <a:solidFill>
                <a:schemeClr val="tx1"/>
              </a:solidFill>
              <a:effectLst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ko-KR" altLang="en-US" b="0" dirty="0">
                <a:solidFill>
                  <a:schemeClr val="tx1"/>
                </a:solidFill>
                <a:effectLst/>
              </a:rPr>
              <a:t>      </a:t>
            </a:r>
            <a:r>
              <a:rPr lang="ko-KR" altLang="en-US" b="0" dirty="0">
                <a:solidFill>
                  <a:srgbClr val="336600"/>
                </a:solidFill>
                <a:effectLst/>
              </a:rPr>
              <a:t>- </a:t>
            </a:r>
            <a:r>
              <a:rPr lang="ko-KR" altLang="en-US" dirty="0">
                <a:solidFill>
                  <a:srgbClr val="33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미 국</a:t>
            </a:r>
            <a:r>
              <a:rPr lang="ko-KR" altLang="en-US" b="0" dirty="0">
                <a:solidFill>
                  <a:srgbClr val="336600"/>
                </a:solidFill>
                <a:effectLst/>
              </a:rPr>
              <a:t>:916~907</a:t>
            </a:r>
            <a:r>
              <a:rPr lang="en-US" altLang="ko-KR" b="0" dirty="0">
                <a:solidFill>
                  <a:srgbClr val="336600"/>
                </a:solidFill>
                <a:effectLst/>
              </a:rPr>
              <a:t>kg    </a:t>
            </a:r>
            <a:r>
              <a:rPr lang="en-US" altLang="ko-KR" dirty="0">
                <a:solidFill>
                  <a:srgbClr val="33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- </a:t>
            </a:r>
            <a:r>
              <a:rPr lang="ko-KR" altLang="en-US" dirty="0">
                <a:solidFill>
                  <a:srgbClr val="33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독  일</a:t>
            </a:r>
            <a:r>
              <a:rPr lang="ko-KR" altLang="en-US" b="0" dirty="0">
                <a:solidFill>
                  <a:srgbClr val="336600"/>
                </a:solidFill>
                <a:effectLst/>
              </a:rPr>
              <a:t>:작용시간 0.08초  충격력 700</a:t>
            </a:r>
            <a:r>
              <a:rPr lang="en-US" altLang="ko-KR" b="0" dirty="0">
                <a:solidFill>
                  <a:srgbClr val="336600"/>
                </a:solidFill>
                <a:effectLst/>
              </a:rPr>
              <a:t>kg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ko-KR" b="0" dirty="0">
                <a:solidFill>
                  <a:srgbClr val="336600"/>
                </a:solidFill>
                <a:effectLst/>
              </a:rPr>
              <a:t>      </a:t>
            </a:r>
            <a:r>
              <a:rPr lang="ko-KR" altLang="en-US" dirty="0">
                <a:solidFill>
                  <a:srgbClr val="FF0000"/>
                </a:solidFill>
                <a:effectLst/>
              </a:rPr>
              <a:t>☞</a:t>
            </a:r>
            <a:r>
              <a:rPr lang="ko-KR" altLang="en-US" dirty="0" err="1">
                <a:solidFill>
                  <a:srgbClr val="FF0000"/>
                </a:solidFill>
                <a:effectLst/>
              </a:rPr>
              <a:t>안전대는</a:t>
            </a:r>
            <a:r>
              <a:rPr lang="ko-KR" altLang="en-US" dirty="0">
                <a:solidFill>
                  <a:srgbClr val="FF0000"/>
                </a:solidFill>
                <a:effectLst/>
              </a:rPr>
              <a:t>  짧게 매는 것이 좋으며 원칙적으로  1.5</a:t>
            </a:r>
            <a:r>
              <a:rPr lang="en-US" altLang="ko-KR" dirty="0">
                <a:solidFill>
                  <a:srgbClr val="FF0000"/>
                </a:solidFill>
                <a:effectLst/>
              </a:rPr>
              <a:t>m </a:t>
            </a:r>
            <a:r>
              <a:rPr lang="ko-KR" altLang="en-US" dirty="0">
                <a:solidFill>
                  <a:srgbClr val="FF0000"/>
                </a:solidFill>
                <a:effectLst/>
              </a:rPr>
              <a:t>이내로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ko-KR" altLang="en-US" dirty="0">
                <a:solidFill>
                  <a:srgbClr val="FF0000"/>
                </a:solidFill>
                <a:effectLst/>
              </a:rPr>
              <a:t>          사용하는 것이 </a:t>
            </a:r>
            <a:r>
              <a:rPr lang="ko-KR" altLang="en-US" dirty="0" smtClean="0">
                <a:solidFill>
                  <a:srgbClr val="FF0000"/>
                </a:solidFill>
                <a:effectLst/>
              </a:rPr>
              <a:t>좋음</a:t>
            </a:r>
            <a:endParaRPr lang="ko-KR" altLang="en-US" dirty="0">
              <a:solidFill>
                <a:srgbClr val="FF0000"/>
              </a:solidFill>
              <a:effectLst/>
            </a:endParaRPr>
          </a:p>
        </p:txBody>
      </p:sp>
      <p:sp>
        <p:nvSpPr>
          <p:cNvPr id="6" name="Line 14"/>
          <p:cNvSpPr>
            <a:spLocks noChangeShapeType="1"/>
          </p:cNvSpPr>
          <p:nvPr/>
        </p:nvSpPr>
        <p:spPr bwMode="auto">
          <a:xfrm>
            <a:off x="228600" y="6629400"/>
            <a:ext cx="8534400" cy="0"/>
          </a:xfrm>
          <a:prstGeom prst="line">
            <a:avLst/>
          </a:prstGeom>
          <a:noFill/>
          <a:ln w="57150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685800" y="947420"/>
            <a:ext cx="7239000" cy="381000"/>
            <a:chOff x="528" y="864"/>
            <a:chExt cx="4560" cy="240"/>
          </a:xfrm>
        </p:grpSpPr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768" y="864"/>
              <a:ext cx="4320" cy="233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dirty="0" err="1" smtClean="0">
                  <a:solidFill>
                    <a:srgbClr val="0000CC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안전대</a:t>
              </a:r>
              <a:endParaRPr lang="ko-KR" altLang="en-US" dirty="0">
                <a:solidFill>
                  <a:srgbClr val="0000CC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pic>
          <p:nvPicPr>
            <p:cNvPr id="10" name="Picture 7" descr="마크모양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912"/>
              <a:ext cx="190" cy="1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6892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66800" y="1721504"/>
            <a:ext cx="6775269" cy="3442679"/>
          </a:xfrm>
          <a:prstGeom prst="rect">
            <a:avLst/>
          </a:prstGeom>
          <a:gradFill rotWithShape="0">
            <a:gsLst>
              <a:gs pos="0">
                <a:srgbClr val="FEE8F7"/>
              </a:gs>
              <a:gs pos="100000">
                <a:srgbClr val="FEE8F7">
                  <a:gamma/>
                  <a:tint val="0"/>
                  <a:invGamma/>
                </a:srgbClr>
              </a:gs>
            </a:gsLst>
            <a:lin ang="0" scaled="1"/>
          </a:gradFill>
          <a:ln w="12700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kx="-3284103" algn="b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flatTx/>
          </a:bodyPr>
          <a:lstStyle/>
          <a:p>
            <a:pPr>
              <a:lnSpc>
                <a:spcPct val="200000"/>
              </a:lnSpc>
            </a:pPr>
            <a:r>
              <a:rPr lang="ko-KR" altLang="en-US" dirty="0" smtClean="0"/>
              <a:t>작업에 </a:t>
            </a:r>
            <a:r>
              <a:rPr lang="ko-KR" altLang="en-US" dirty="0"/>
              <a:t>지장이 없는 한 </a:t>
            </a:r>
            <a:r>
              <a:rPr lang="ko-KR" altLang="en-US" dirty="0">
                <a:solidFill>
                  <a:srgbClr val="FF0000"/>
                </a:solidFill>
              </a:rPr>
              <a:t>가급적 짧게</a:t>
            </a:r>
            <a:r>
              <a:rPr lang="ko-KR" altLang="en-US" dirty="0"/>
              <a:t> 조절하여 사용할 것</a:t>
            </a:r>
          </a:p>
          <a:p>
            <a:pPr>
              <a:lnSpc>
                <a:spcPct val="200000"/>
              </a:lnSpc>
            </a:pPr>
            <a:r>
              <a:rPr lang="ko-KR" altLang="en-US" dirty="0" smtClean="0"/>
              <a:t>낙하 높이는 </a:t>
            </a:r>
            <a:r>
              <a:rPr lang="ko-KR" altLang="en-US" dirty="0"/>
              <a:t>로프(통상 1.5</a:t>
            </a:r>
            <a:r>
              <a:rPr lang="en-US" altLang="ko-KR" dirty="0"/>
              <a:t>m,</a:t>
            </a:r>
            <a:r>
              <a:rPr lang="ko-KR" altLang="en-US" dirty="0"/>
              <a:t>최대 2.5</a:t>
            </a:r>
            <a:r>
              <a:rPr lang="en-US" altLang="ko-KR" dirty="0"/>
              <a:t>m) </a:t>
            </a:r>
            <a:r>
              <a:rPr lang="ko-KR" altLang="en-US" dirty="0"/>
              <a:t>길이가 되도록 할 것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로프를 설치하는 구조물의 위치는 허리에 착용한 벨트보다       </a:t>
            </a:r>
          </a:p>
          <a:p>
            <a:pPr>
              <a:lnSpc>
                <a:spcPct val="200000"/>
              </a:lnSpc>
              <a:buFontTx/>
              <a:buNone/>
            </a:pPr>
            <a:r>
              <a:rPr lang="ko-KR" altLang="en-US" dirty="0" smtClean="0"/>
              <a:t>높은 </a:t>
            </a:r>
            <a:r>
              <a:rPr lang="ko-KR" altLang="en-US" dirty="0"/>
              <a:t>곳에 위치할 것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체중을 실을 때는  서서히 체중을 옮기고 이상이 없는 것을</a:t>
            </a:r>
          </a:p>
          <a:p>
            <a:pPr>
              <a:lnSpc>
                <a:spcPct val="200000"/>
              </a:lnSpc>
              <a:buFontTx/>
              <a:buNone/>
            </a:pPr>
            <a:r>
              <a:rPr lang="ko-KR" altLang="en-US" dirty="0" smtClean="0"/>
              <a:t>확인 </a:t>
            </a:r>
            <a:r>
              <a:rPr lang="ko-KR" altLang="en-US" dirty="0"/>
              <a:t>후 손을 뗄 것 </a:t>
            </a:r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685800" y="947420"/>
            <a:ext cx="7239000" cy="381000"/>
            <a:chOff x="528" y="864"/>
            <a:chExt cx="4560" cy="240"/>
          </a:xfrm>
        </p:grpSpPr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768" y="864"/>
              <a:ext cx="4320" cy="233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dirty="0" err="1" smtClean="0">
                  <a:solidFill>
                    <a:srgbClr val="0000CC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안전대의</a:t>
              </a:r>
              <a:r>
                <a:rPr lang="ko-KR" altLang="en-US" dirty="0" smtClean="0">
                  <a:solidFill>
                    <a:srgbClr val="0000CC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사용방법</a:t>
              </a:r>
              <a:endParaRPr lang="ko-KR" altLang="en-US" dirty="0">
                <a:solidFill>
                  <a:srgbClr val="0000CC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pic>
          <p:nvPicPr>
            <p:cNvPr id="9" name="Picture 7" descr="마크모양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912"/>
              <a:ext cx="190" cy="1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0701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0568" y="1768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28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itchFamily="18" charset="-127"/>
              </a:rPr>
              <a:t>보호구의 일반사항</a:t>
            </a:r>
            <a:endParaRPr kumimoji="1" lang="ko-KR" altLang="en-US" sz="2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itchFamily="18" charset="-127"/>
            </a:endParaRPr>
          </a:p>
        </p:txBody>
      </p:sp>
      <p:graphicFrame>
        <p:nvGraphicFramePr>
          <p:cNvPr id="5" name="Object 20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436864"/>
              </p:ext>
            </p:extLst>
          </p:nvPr>
        </p:nvGraphicFramePr>
        <p:xfrm>
          <a:off x="908339" y="1387407"/>
          <a:ext cx="3276600" cy="245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훈민정음" r:id="rId4" imgW="2314440" imgH="1733400" progId="hunmin.doc">
                  <p:embed/>
                </p:oleObj>
              </mc:Choice>
              <mc:Fallback>
                <p:oleObj name="훈민정음" r:id="rId4" imgW="2314440" imgH="1733400" progId="hunmin.doc">
                  <p:embed/>
                  <p:pic>
                    <p:nvPicPr>
                      <p:cNvPr id="132099" name="Object 2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339" y="1387407"/>
                        <a:ext cx="3276600" cy="2454275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0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5484193"/>
              </p:ext>
            </p:extLst>
          </p:nvPr>
        </p:nvGraphicFramePr>
        <p:xfrm>
          <a:off x="908339" y="3962400"/>
          <a:ext cx="3276600" cy="242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훈민정음" r:id="rId6" imgW="2247805" imgH="1666827" progId="hunmin.doc">
                  <p:embed/>
                </p:oleObj>
              </mc:Choice>
              <mc:Fallback>
                <p:oleObj name="훈민정음" r:id="rId6" imgW="2247805" imgH="1666827" progId="hunmin.doc">
                  <p:embed/>
                  <p:pic>
                    <p:nvPicPr>
                      <p:cNvPr id="132100" name="Object 2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339" y="3962400"/>
                        <a:ext cx="3276600" cy="2428875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0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877633"/>
              </p:ext>
            </p:extLst>
          </p:nvPr>
        </p:nvGraphicFramePr>
        <p:xfrm>
          <a:off x="4417422" y="1371600"/>
          <a:ext cx="3812177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훈민정음" r:id="rId8" imgW="1733400" imgH="2685960" progId="hunmin.doc">
                  <p:embed/>
                </p:oleObj>
              </mc:Choice>
              <mc:Fallback>
                <p:oleObj name="훈민정음" r:id="rId8" imgW="1733400" imgH="2685960" progId="hunmin.doc">
                  <p:embed/>
                  <p:pic>
                    <p:nvPicPr>
                      <p:cNvPr id="132101" name="Object 2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7422" y="1371600"/>
                        <a:ext cx="3812177" cy="502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054"/>
          <p:cNvSpPr txBox="1">
            <a:spLocks noChangeArrowheads="1"/>
          </p:cNvSpPr>
          <p:nvPr/>
        </p:nvSpPr>
        <p:spPr bwMode="auto">
          <a:xfrm>
            <a:off x="1143000" y="6400800"/>
            <a:ext cx="2759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-3284103" algn="b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  <a:flatTx/>
          </a:bodyPr>
          <a:lstStyle/>
          <a:p>
            <a:pPr algn="ctr">
              <a:spcBef>
                <a:spcPct val="50000"/>
              </a:spcBef>
              <a:buFontTx/>
              <a:buNone/>
            </a:pPr>
            <a:r>
              <a:rPr lang="ko-KR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재해자 추락장면</a:t>
            </a:r>
          </a:p>
        </p:txBody>
      </p:sp>
      <p:grpSp>
        <p:nvGrpSpPr>
          <p:cNvPr id="9" name="Group 5"/>
          <p:cNvGrpSpPr>
            <a:grpSpLocks/>
          </p:cNvGrpSpPr>
          <p:nvPr/>
        </p:nvGrpSpPr>
        <p:grpSpPr bwMode="auto">
          <a:xfrm>
            <a:off x="668383" y="853250"/>
            <a:ext cx="7239001" cy="381000"/>
            <a:chOff x="528" y="864"/>
            <a:chExt cx="4560" cy="240"/>
          </a:xfrm>
        </p:grpSpPr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768" y="864"/>
              <a:ext cx="4320" cy="233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dirty="0" err="1" smtClean="0">
                  <a:solidFill>
                    <a:srgbClr val="0000CC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사고사례</a:t>
              </a:r>
              <a:r>
                <a:rPr lang="en-US" altLang="ko-KR" dirty="0" smtClean="0">
                  <a:solidFill>
                    <a:srgbClr val="0000CC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</a:t>
              </a:r>
              <a:r>
                <a:rPr lang="ko-KR" altLang="en-US" dirty="0" smtClean="0">
                  <a:solidFill>
                    <a:srgbClr val="0000CC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추락사고</a:t>
              </a:r>
              <a:r>
                <a:rPr lang="en-US" altLang="ko-KR" dirty="0" smtClean="0">
                  <a:solidFill>
                    <a:srgbClr val="0000CC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</a:t>
              </a:r>
              <a:endParaRPr lang="ko-KR" altLang="en-US" dirty="0">
                <a:solidFill>
                  <a:srgbClr val="0000CC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pic>
          <p:nvPicPr>
            <p:cNvPr id="11" name="Picture 7" descr="마크모양2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912"/>
              <a:ext cx="190" cy="1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6891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65715" y="2386149"/>
            <a:ext cx="26276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 smtClean="0">
                <a:latin typeface="가는각진제목체" pitchFamily="18" charset="-127"/>
                <a:ea typeface="가는각진제목체" pitchFamily="18" charset="-127"/>
              </a:rPr>
              <a:t>감사합니다</a:t>
            </a:r>
            <a:r>
              <a:rPr lang="en-US" altLang="ko-KR" sz="3600" dirty="0" smtClean="0">
                <a:latin typeface="가는각진제목체" pitchFamily="18" charset="-127"/>
                <a:ea typeface="가는각진제목체" pitchFamily="18" charset="-127"/>
              </a:rPr>
              <a:t>.</a:t>
            </a:r>
            <a:endParaRPr lang="ko-KR" altLang="en-US" sz="3600" dirty="0" smtClean="0">
              <a:latin typeface="가는각진제목체" pitchFamily="18" charset="-127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5355427"/>
      </p:ext>
    </p:extLst>
  </p:cSld>
  <p:clrMapOvr>
    <a:masterClrMapping/>
  </p:clrMapOvr>
</p:sld>
</file>

<file path=ppt/theme/theme1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tlCol="0" anchor="ctr"/>
      <a:lstStyle>
        <a:defPPr algn="ctr">
          <a:defRPr sz="900" dirty="0" smtClean="0">
            <a:solidFill>
              <a:schemeClr val="tx1"/>
            </a:solidFill>
            <a:latin typeface="Optima" pitchFamily="2" charset="2"/>
            <a:ea typeface="가는각진제목체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 cmpd="sng">
          <a:solidFill>
            <a:schemeClr val="tx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mtClean="0">
            <a:latin typeface="가는각진제목체" pitchFamily="18" charset="-127"/>
            <a:ea typeface="가는각진제목체" pitchFamily="18" charset="-127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934</TotalTime>
  <Words>1548</Words>
  <Application>Microsoft Office PowerPoint</Application>
  <PresentationFormat>화면 슬라이드 쇼(4:3)</PresentationFormat>
  <Paragraphs>277</Paragraphs>
  <Slides>32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5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9" baseType="lpstr">
      <vt:lpstr>HY견고딕</vt:lpstr>
      <vt:lpstr>HY울릉도L</vt:lpstr>
      <vt:lpstr>HY헤드라인M</vt:lpstr>
      <vt:lpstr>가는각진제목체</vt:lpstr>
      <vt:lpstr>굴림</vt:lpstr>
      <vt:lpstr>나눔스퀘어OTF</vt:lpstr>
      <vt:lpstr>맑은 고딕</vt:lpstr>
      <vt:lpstr>함초롬바탕</vt:lpstr>
      <vt:lpstr>휴먼모음T</vt:lpstr>
      <vt:lpstr>Arial</vt:lpstr>
      <vt:lpstr>Times New Roman</vt:lpstr>
      <vt:lpstr>2_디자인 사용자 지정</vt:lpstr>
      <vt:lpstr>6_디자인 사용자 지정</vt:lpstr>
      <vt:lpstr>1_디자인 사용자 지정</vt:lpstr>
      <vt:lpstr>디자인 사용자 지정</vt:lpstr>
      <vt:lpstr>Office 테마</vt:lpstr>
      <vt:lpstr>훈민정음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KimJW-PC</dc:creator>
  <cp:lastModifiedBy>SOOSAN</cp:lastModifiedBy>
  <cp:revision>60</cp:revision>
  <cp:lastPrinted>2021-09-29T23:40:08Z</cp:lastPrinted>
  <dcterms:created xsi:type="dcterms:W3CDTF">2021-09-29T23:18:36Z</dcterms:created>
  <dcterms:modified xsi:type="dcterms:W3CDTF">2022-02-21T06:25:48Z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TAwMDAwMDAwMDAyMjk0IiwibG9nVGltZSI6IjIwMjItMDItMTdUMTA6MzM6NTFaIiwicElEIjoxLCJ0cmFjZUlkIjoiNDdDRDkzRTA1NkUxNEUwRkExQ0EwMjY2NEVGRDRDMUYiLCJ1c2VyQ29kZSI6InNvb3NhbjcxNDMifSwibm9kZTIiOnsiZHNkIjoiMDEwMDAwMDAwMDAwMjI5NCIsImxvZ1RpbWUiOiIyMDIyLTAyLTE4VDAwOjQ1OjAyWiIsInBJRCI6MSwidHJhY2VJZCI6IjY5NEY4RTI4MDM0QzQzNzdCNTVCN0U0RDJEQ0U1QUZFIiwidXNlckNvZGUiOiJzb29zYW43MTQzIn0sIm5vZGUzIjp7ImRzZCI6IjAwMDAwMDAwMDAwMDAwMDAiLCJsb2dUaW1lIjoiMjAyMi0wMi0xOFQwMTo1MTo1MloiLCJwSUQiOjIwNDgsInRyYWNlSWQiOiJCQjQ3MkE3RTZENTQ0QkMxQTMyMzFBRjE0MUUzQ0NFOSIsInVzZXJDb2RlIjoic29vc2FuNzE0MyJ9LCJub2RlNCI6eyJkc2QiOiIwMTAwMDAwMDAwMDAyMjk0IiwibG9nVGltZSI6IjIwMjItMDItMjFUMDY6MjU6NDhaIiwicElEIjoxLCJ0cmFjZUlkIjoiMjdCMzBFMDgxQzBDNDQ5M0FCMEU0RDEyRTA4QUJDNUIiLCJ1c2VyQ29kZSI6InNvb3NhbjcxNDMifSwibm9kZTUiOnsiZHNkIjoiMDAwMDAwMDAwMDAwMDAwMCIsImxvZ1RpbWUiOiIyMDIyLTAyLTIxVDA4OjU3OjQwWiIsInBJRCI6MjA0OCwidHJhY2VJZCI6IjM3NjQyRjQ2MEQxRjRGMThBQzUwNjk0MTY4MzA3NEQ4IiwidXNlckNvZGUiOiJzb29zYW43MTQzIn0sIm5vZGVDb3VudCI6MTJ9</vt:lpwstr>
  </property>
</Properties>
</file>